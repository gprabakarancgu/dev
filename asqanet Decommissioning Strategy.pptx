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4"/>
  </p:notesMasterIdLst>
  <p:sldIdLst>
    <p:sldId id="327" r:id="rId5"/>
    <p:sldId id="4189" r:id="rId6"/>
    <p:sldId id="4193" r:id="rId7"/>
    <p:sldId id="4174" r:id="rId8"/>
    <p:sldId id="4188" r:id="rId9"/>
    <p:sldId id="4190" r:id="rId10"/>
    <p:sldId id="4191" r:id="rId11"/>
    <p:sldId id="4192" r:id="rId12"/>
    <p:sldId id="4194"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125" d="100"/>
          <a:sy n="125" d="100"/>
        </p:scale>
        <p:origin x="-30" y="-3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7DF1FF4-2168-4BAD-A071-1647C52BB6B2}" type="datetimeFigureOut">
              <a:rPr lang="en-AU" smtClean="0"/>
              <a:t>17/12/2025</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738CEC-307A-40D7-ACEF-E7E3A53BB6D8}" type="slidenum">
              <a:rPr lang="en-AU" smtClean="0"/>
              <a:t>‹#›</a:t>
            </a:fld>
            <a:endParaRPr lang="en-AU"/>
          </a:p>
        </p:txBody>
      </p:sp>
    </p:spTree>
    <p:extLst>
      <p:ext uri="{BB962C8B-B14F-4D97-AF65-F5344CB8AC3E}">
        <p14:creationId xmlns:p14="http://schemas.microsoft.com/office/powerpoint/2010/main" val="37526522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Title slide</a:t>
            </a:r>
          </a:p>
        </p:txBody>
      </p:sp>
      <p:sp>
        <p:nvSpPr>
          <p:cNvPr id="4" name="Slide Number Placeholder 3"/>
          <p:cNvSpPr>
            <a:spLocks noGrp="1"/>
          </p:cNvSpPr>
          <p:nvPr>
            <p:ph type="sldNum" sz="quarter" idx="5"/>
          </p:nvPr>
        </p:nvSpPr>
        <p:spPr/>
        <p:txBody>
          <a:bodyPr/>
          <a:lstStyle/>
          <a:p>
            <a:fld id="{097FF381-06F3-4DAB-92C3-2454751F6B59}" type="slidenum">
              <a:rPr lang="en-AU" smtClean="0"/>
              <a:t>1</a:t>
            </a:fld>
            <a:endParaRPr lang="en-AU"/>
          </a:p>
        </p:txBody>
      </p:sp>
    </p:spTree>
    <p:extLst>
      <p:ext uri="{BB962C8B-B14F-4D97-AF65-F5344CB8AC3E}">
        <p14:creationId xmlns:p14="http://schemas.microsoft.com/office/powerpoint/2010/main" val="3223628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097FF381-06F3-4DAB-92C3-2454751F6B59}" type="slidenum">
              <a:rPr lang="en-AU" smtClean="0"/>
              <a:t>2</a:t>
            </a:fld>
            <a:endParaRPr lang="en-AU"/>
          </a:p>
        </p:txBody>
      </p:sp>
    </p:spTree>
    <p:extLst>
      <p:ext uri="{BB962C8B-B14F-4D97-AF65-F5344CB8AC3E}">
        <p14:creationId xmlns:p14="http://schemas.microsoft.com/office/powerpoint/2010/main" val="269395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097FF381-06F3-4DAB-92C3-2454751F6B59}" type="slidenum">
              <a:rPr lang="en-AU" smtClean="0"/>
              <a:t>3</a:t>
            </a:fld>
            <a:endParaRPr lang="en-AU"/>
          </a:p>
        </p:txBody>
      </p:sp>
    </p:spTree>
    <p:extLst>
      <p:ext uri="{BB962C8B-B14F-4D97-AF65-F5344CB8AC3E}">
        <p14:creationId xmlns:p14="http://schemas.microsoft.com/office/powerpoint/2010/main" val="34739759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endParaRPr lang="en-AU"/>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AU"/>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AU"/>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endParaRPr lang="en-AU"/>
          </a:p>
          <a:p>
            <a:pPr marL="0" indent="0">
              <a:buFont typeface="+mj-lt"/>
              <a:buNone/>
            </a:pPr>
            <a:endParaRPr lang="en-AU"/>
          </a:p>
          <a:p>
            <a:endParaRPr lang="en-AU"/>
          </a:p>
          <a:p>
            <a:endParaRPr lang="en-AU"/>
          </a:p>
          <a:p>
            <a:endParaRPr lang="en-AU"/>
          </a:p>
          <a:p>
            <a:pPr marL="0" lvl="0" indent="0">
              <a:spcAft>
                <a:spcPts val="300"/>
              </a:spcAft>
              <a:buFont typeface="+mj-lt"/>
              <a:buNone/>
            </a:pPr>
            <a:endParaRPr lang="en-AU" sz="1200">
              <a:solidFill>
                <a:schemeClr val="tx1"/>
              </a:solidFill>
              <a:effectLst/>
              <a:latin typeface="+mn-lt"/>
              <a:ea typeface="+mn-ea"/>
              <a:cs typeface="+mn-cs"/>
            </a:endParaRPr>
          </a:p>
          <a:p>
            <a:endParaRPr lang="en-AU"/>
          </a:p>
        </p:txBody>
      </p:sp>
      <p:sp>
        <p:nvSpPr>
          <p:cNvPr id="4" name="Slide Number Placeholder 3"/>
          <p:cNvSpPr>
            <a:spLocks noGrp="1"/>
          </p:cNvSpPr>
          <p:nvPr>
            <p:ph type="sldNum" sz="quarter" idx="5"/>
          </p:nvPr>
        </p:nvSpPr>
        <p:spPr/>
        <p:txBody>
          <a:bodyPr/>
          <a:lstStyle/>
          <a:p>
            <a:fld id="{097FF381-06F3-4DAB-92C3-2454751F6B59}" type="slidenum">
              <a:rPr lang="en-AU" smtClean="0"/>
              <a:t>4</a:t>
            </a:fld>
            <a:endParaRPr lang="en-AU"/>
          </a:p>
        </p:txBody>
      </p:sp>
    </p:spTree>
    <p:extLst>
      <p:ext uri="{BB962C8B-B14F-4D97-AF65-F5344CB8AC3E}">
        <p14:creationId xmlns:p14="http://schemas.microsoft.com/office/powerpoint/2010/main" val="34431127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097FF381-06F3-4DAB-92C3-2454751F6B59}" type="slidenum">
              <a:rPr lang="en-AU" smtClean="0"/>
              <a:t>5</a:t>
            </a:fld>
            <a:endParaRPr lang="en-AU"/>
          </a:p>
        </p:txBody>
      </p:sp>
    </p:spTree>
    <p:extLst>
      <p:ext uri="{BB962C8B-B14F-4D97-AF65-F5344CB8AC3E}">
        <p14:creationId xmlns:p14="http://schemas.microsoft.com/office/powerpoint/2010/main" val="27860496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097FF381-06F3-4DAB-92C3-2454751F6B59}" type="slidenum">
              <a:rPr lang="en-AU" smtClean="0"/>
              <a:t>6</a:t>
            </a:fld>
            <a:endParaRPr lang="en-AU"/>
          </a:p>
        </p:txBody>
      </p:sp>
    </p:spTree>
    <p:extLst>
      <p:ext uri="{BB962C8B-B14F-4D97-AF65-F5344CB8AC3E}">
        <p14:creationId xmlns:p14="http://schemas.microsoft.com/office/powerpoint/2010/main" val="9310336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097FF381-06F3-4DAB-92C3-2454751F6B59}" type="slidenum">
              <a:rPr lang="en-AU" smtClean="0"/>
              <a:t>7</a:t>
            </a:fld>
            <a:endParaRPr lang="en-AU"/>
          </a:p>
        </p:txBody>
      </p:sp>
    </p:spTree>
    <p:extLst>
      <p:ext uri="{BB962C8B-B14F-4D97-AF65-F5344CB8AC3E}">
        <p14:creationId xmlns:p14="http://schemas.microsoft.com/office/powerpoint/2010/main" val="42817551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097FF381-06F3-4DAB-92C3-2454751F6B59}" type="slidenum">
              <a:rPr lang="en-AU" smtClean="0"/>
              <a:t>8</a:t>
            </a:fld>
            <a:endParaRPr lang="en-AU"/>
          </a:p>
        </p:txBody>
      </p:sp>
    </p:spTree>
    <p:extLst>
      <p:ext uri="{BB962C8B-B14F-4D97-AF65-F5344CB8AC3E}">
        <p14:creationId xmlns:p14="http://schemas.microsoft.com/office/powerpoint/2010/main" val="22237036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097FF381-06F3-4DAB-92C3-2454751F6B59}" type="slidenum">
              <a:rPr lang="en-AU" smtClean="0"/>
              <a:t>9</a:t>
            </a:fld>
            <a:endParaRPr lang="en-AU"/>
          </a:p>
        </p:txBody>
      </p:sp>
    </p:spTree>
    <p:extLst>
      <p:ext uri="{BB962C8B-B14F-4D97-AF65-F5344CB8AC3E}">
        <p14:creationId xmlns:p14="http://schemas.microsoft.com/office/powerpoint/2010/main" val="21894390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emf"/><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34F95-BC0D-F8FE-E329-05E542B8715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BEEA8171-6384-5EED-8E3A-E1EEDA66EAD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63CB52B1-11C1-0E8C-4EEA-FA993B409C75}"/>
              </a:ext>
            </a:extLst>
          </p:cNvPr>
          <p:cNvSpPr>
            <a:spLocks noGrp="1"/>
          </p:cNvSpPr>
          <p:nvPr>
            <p:ph type="dt" sz="half" idx="10"/>
          </p:nvPr>
        </p:nvSpPr>
        <p:spPr/>
        <p:txBody>
          <a:bodyPr/>
          <a:lstStyle/>
          <a:p>
            <a:fld id="{4FA6E1B9-AB0F-4E2D-8688-009600AF96CB}" type="datetimeFigureOut">
              <a:rPr lang="en-AU" smtClean="0"/>
              <a:t>17/12/2025</a:t>
            </a:fld>
            <a:endParaRPr lang="en-AU"/>
          </a:p>
        </p:txBody>
      </p:sp>
      <p:sp>
        <p:nvSpPr>
          <p:cNvPr id="5" name="Footer Placeholder 4">
            <a:extLst>
              <a:ext uri="{FF2B5EF4-FFF2-40B4-BE49-F238E27FC236}">
                <a16:creationId xmlns:a16="http://schemas.microsoft.com/office/drawing/2014/main" id="{7AB75529-5424-2E58-60E4-D77D7818EC2B}"/>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0E3A43D6-1046-FFC8-B532-7E027FC6D46C}"/>
              </a:ext>
            </a:extLst>
          </p:cNvPr>
          <p:cNvSpPr>
            <a:spLocks noGrp="1"/>
          </p:cNvSpPr>
          <p:nvPr>
            <p:ph type="sldNum" sz="quarter" idx="12"/>
          </p:nvPr>
        </p:nvSpPr>
        <p:spPr/>
        <p:txBody>
          <a:bodyPr/>
          <a:lstStyle/>
          <a:p>
            <a:fld id="{54EB0B3E-AA13-4BE4-A5C6-DD5BD7FF85CE}" type="slidenum">
              <a:rPr lang="en-AU" smtClean="0"/>
              <a:t>‹#›</a:t>
            </a:fld>
            <a:endParaRPr lang="en-AU"/>
          </a:p>
        </p:txBody>
      </p:sp>
    </p:spTree>
    <p:extLst>
      <p:ext uri="{BB962C8B-B14F-4D97-AF65-F5344CB8AC3E}">
        <p14:creationId xmlns:p14="http://schemas.microsoft.com/office/powerpoint/2010/main" val="13547177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04D057-D8C9-4A50-9E51-4B8B8FE9A250}"/>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E5933150-5ABF-D7F2-71EB-712EC68F171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095B748A-BA4E-1383-87BF-C9FE2D187B7A}"/>
              </a:ext>
            </a:extLst>
          </p:cNvPr>
          <p:cNvSpPr>
            <a:spLocks noGrp="1"/>
          </p:cNvSpPr>
          <p:nvPr>
            <p:ph type="dt" sz="half" idx="10"/>
          </p:nvPr>
        </p:nvSpPr>
        <p:spPr/>
        <p:txBody>
          <a:bodyPr/>
          <a:lstStyle/>
          <a:p>
            <a:fld id="{4FA6E1B9-AB0F-4E2D-8688-009600AF96CB}" type="datetimeFigureOut">
              <a:rPr lang="en-AU" smtClean="0"/>
              <a:t>17/12/2025</a:t>
            </a:fld>
            <a:endParaRPr lang="en-AU"/>
          </a:p>
        </p:txBody>
      </p:sp>
      <p:sp>
        <p:nvSpPr>
          <p:cNvPr id="5" name="Footer Placeholder 4">
            <a:extLst>
              <a:ext uri="{FF2B5EF4-FFF2-40B4-BE49-F238E27FC236}">
                <a16:creationId xmlns:a16="http://schemas.microsoft.com/office/drawing/2014/main" id="{3BE18EEB-A55F-47B3-15D8-4A7FE5C04B86}"/>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B22E5CF5-C5B4-9625-5925-1ED6DBD6C281}"/>
              </a:ext>
            </a:extLst>
          </p:cNvPr>
          <p:cNvSpPr>
            <a:spLocks noGrp="1"/>
          </p:cNvSpPr>
          <p:nvPr>
            <p:ph type="sldNum" sz="quarter" idx="12"/>
          </p:nvPr>
        </p:nvSpPr>
        <p:spPr/>
        <p:txBody>
          <a:bodyPr/>
          <a:lstStyle/>
          <a:p>
            <a:fld id="{54EB0B3E-AA13-4BE4-A5C6-DD5BD7FF85CE}" type="slidenum">
              <a:rPr lang="en-AU" smtClean="0"/>
              <a:t>‹#›</a:t>
            </a:fld>
            <a:endParaRPr lang="en-AU"/>
          </a:p>
        </p:txBody>
      </p:sp>
    </p:spTree>
    <p:extLst>
      <p:ext uri="{BB962C8B-B14F-4D97-AF65-F5344CB8AC3E}">
        <p14:creationId xmlns:p14="http://schemas.microsoft.com/office/powerpoint/2010/main" val="3190040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C3DCA-4402-357F-DB11-C5D69E6D36D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B46BB28C-F780-59FE-0491-D67FE51DAD0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1920A3D-C4CD-2E64-ECAC-C15289003711}"/>
              </a:ext>
            </a:extLst>
          </p:cNvPr>
          <p:cNvSpPr>
            <a:spLocks noGrp="1"/>
          </p:cNvSpPr>
          <p:nvPr>
            <p:ph type="dt" sz="half" idx="10"/>
          </p:nvPr>
        </p:nvSpPr>
        <p:spPr/>
        <p:txBody>
          <a:bodyPr/>
          <a:lstStyle/>
          <a:p>
            <a:fld id="{4FA6E1B9-AB0F-4E2D-8688-009600AF96CB}" type="datetimeFigureOut">
              <a:rPr lang="en-AU" smtClean="0"/>
              <a:t>17/12/2025</a:t>
            </a:fld>
            <a:endParaRPr lang="en-AU"/>
          </a:p>
        </p:txBody>
      </p:sp>
      <p:sp>
        <p:nvSpPr>
          <p:cNvPr id="5" name="Footer Placeholder 4">
            <a:extLst>
              <a:ext uri="{FF2B5EF4-FFF2-40B4-BE49-F238E27FC236}">
                <a16:creationId xmlns:a16="http://schemas.microsoft.com/office/drawing/2014/main" id="{AC1E4AB9-471B-7EC6-4235-ED4DACAE18B8}"/>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C2FC4F6C-3BBE-5238-D05B-FB040CA57F91}"/>
              </a:ext>
            </a:extLst>
          </p:cNvPr>
          <p:cNvSpPr>
            <a:spLocks noGrp="1"/>
          </p:cNvSpPr>
          <p:nvPr>
            <p:ph type="sldNum" sz="quarter" idx="12"/>
          </p:nvPr>
        </p:nvSpPr>
        <p:spPr/>
        <p:txBody>
          <a:bodyPr/>
          <a:lstStyle/>
          <a:p>
            <a:fld id="{54EB0B3E-AA13-4BE4-A5C6-DD5BD7FF85CE}" type="slidenum">
              <a:rPr lang="en-AU" smtClean="0"/>
              <a:t>‹#›</a:t>
            </a:fld>
            <a:endParaRPr lang="en-AU"/>
          </a:p>
        </p:txBody>
      </p:sp>
    </p:spTree>
    <p:extLst>
      <p:ext uri="{BB962C8B-B14F-4D97-AF65-F5344CB8AC3E}">
        <p14:creationId xmlns:p14="http://schemas.microsoft.com/office/powerpoint/2010/main" val="35095763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735484-485A-38EE-9E47-6816734FF983}"/>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5548D5B7-EC5C-1B7C-9BC9-48D9183BBEA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BE9518D8-7559-5B86-1684-BF6CA4AE335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A5295399-F0BD-ED07-F9E4-70C89CB2A8E4}"/>
              </a:ext>
            </a:extLst>
          </p:cNvPr>
          <p:cNvSpPr>
            <a:spLocks noGrp="1"/>
          </p:cNvSpPr>
          <p:nvPr>
            <p:ph type="dt" sz="half" idx="10"/>
          </p:nvPr>
        </p:nvSpPr>
        <p:spPr/>
        <p:txBody>
          <a:bodyPr/>
          <a:lstStyle/>
          <a:p>
            <a:fld id="{4FA6E1B9-AB0F-4E2D-8688-009600AF96CB}" type="datetimeFigureOut">
              <a:rPr lang="en-AU" smtClean="0"/>
              <a:t>17/12/2025</a:t>
            </a:fld>
            <a:endParaRPr lang="en-AU"/>
          </a:p>
        </p:txBody>
      </p:sp>
      <p:sp>
        <p:nvSpPr>
          <p:cNvPr id="6" name="Footer Placeholder 5">
            <a:extLst>
              <a:ext uri="{FF2B5EF4-FFF2-40B4-BE49-F238E27FC236}">
                <a16:creationId xmlns:a16="http://schemas.microsoft.com/office/drawing/2014/main" id="{547F29AB-0824-07ED-D66A-F78524AD75AB}"/>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1205F63A-506F-2528-8096-B68344D77748}"/>
              </a:ext>
            </a:extLst>
          </p:cNvPr>
          <p:cNvSpPr>
            <a:spLocks noGrp="1"/>
          </p:cNvSpPr>
          <p:nvPr>
            <p:ph type="sldNum" sz="quarter" idx="12"/>
          </p:nvPr>
        </p:nvSpPr>
        <p:spPr/>
        <p:txBody>
          <a:bodyPr/>
          <a:lstStyle/>
          <a:p>
            <a:fld id="{54EB0B3E-AA13-4BE4-A5C6-DD5BD7FF85CE}" type="slidenum">
              <a:rPr lang="en-AU" smtClean="0"/>
              <a:t>‹#›</a:t>
            </a:fld>
            <a:endParaRPr lang="en-AU"/>
          </a:p>
        </p:txBody>
      </p:sp>
    </p:spTree>
    <p:extLst>
      <p:ext uri="{BB962C8B-B14F-4D97-AF65-F5344CB8AC3E}">
        <p14:creationId xmlns:p14="http://schemas.microsoft.com/office/powerpoint/2010/main" val="7025479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D3355A-B777-E99F-3F5D-4561C9937818}"/>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6FEF01A1-98E1-5E20-974D-363CFC7929C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EB8FFF6-4237-83E8-5A9A-368C2B2EFE7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D86484C1-01F5-34F4-CF4C-F2FBCF887AC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548756D-8259-8401-5F5A-E1AB8D23523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2D68E82B-3CA1-4600-0356-05BF97F2EFF6}"/>
              </a:ext>
            </a:extLst>
          </p:cNvPr>
          <p:cNvSpPr>
            <a:spLocks noGrp="1"/>
          </p:cNvSpPr>
          <p:nvPr>
            <p:ph type="dt" sz="half" idx="10"/>
          </p:nvPr>
        </p:nvSpPr>
        <p:spPr/>
        <p:txBody>
          <a:bodyPr/>
          <a:lstStyle/>
          <a:p>
            <a:fld id="{4FA6E1B9-AB0F-4E2D-8688-009600AF96CB}" type="datetimeFigureOut">
              <a:rPr lang="en-AU" smtClean="0"/>
              <a:t>17/12/2025</a:t>
            </a:fld>
            <a:endParaRPr lang="en-AU"/>
          </a:p>
        </p:txBody>
      </p:sp>
      <p:sp>
        <p:nvSpPr>
          <p:cNvPr id="8" name="Footer Placeholder 7">
            <a:extLst>
              <a:ext uri="{FF2B5EF4-FFF2-40B4-BE49-F238E27FC236}">
                <a16:creationId xmlns:a16="http://schemas.microsoft.com/office/drawing/2014/main" id="{B15D6A7A-7DF4-79E2-6C48-6CB4E01911B9}"/>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E079E88D-8F21-67AA-BC7C-4FDF508E1F59}"/>
              </a:ext>
            </a:extLst>
          </p:cNvPr>
          <p:cNvSpPr>
            <a:spLocks noGrp="1"/>
          </p:cNvSpPr>
          <p:nvPr>
            <p:ph type="sldNum" sz="quarter" idx="12"/>
          </p:nvPr>
        </p:nvSpPr>
        <p:spPr/>
        <p:txBody>
          <a:bodyPr/>
          <a:lstStyle/>
          <a:p>
            <a:fld id="{54EB0B3E-AA13-4BE4-A5C6-DD5BD7FF85CE}" type="slidenum">
              <a:rPr lang="en-AU" smtClean="0"/>
              <a:t>‹#›</a:t>
            </a:fld>
            <a:endParaRPr lang="en-AU"/>
          </a:p>
        </p:txBody>
      </p:sp>
    </p:spTree>
    <p:extLst>
      <p:ext uri="{BB962C8B-B14F-4D97-AF65-F5344CB8AC3E}">
        <p14:creationId xmlns:p14="http://schemas.microsoft.com/office/powerpoint/2010/main" val="27455887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2967A-22CC-D00B-8549-4F89F334F817}"/>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21B9C742-85B2-79C7-A03F-E3880CC14EBA}"/>
              </a:ext>
            </a:extLst>
          </p:cNvPr>
          <p:cNvSpPr>
            <a:spLocks noGrp="1"/>
          </p:cNvSpPr>
          <p:nvPr>
            <p:ph type="dt" sz="half" idx="10"/>
          </p:nvPr>
        </p:nvSpPr>
        <p:spPr/>
        <p:txBody>
          <a:bodyPr/>
          <a:lstStyle/>
          <a:p>
            <a:fld id="{4FA6E1B9-AB0F-4E2D-8688-009600AF96CB}" type="datetimeFigureOut">
              <a:rPr lang="en-AU" smtClean="0"/>
              <a:t>17/12/2025</a:t>
            </a:fld>
            <a:endParaRPr lang="en-AU"/>
          </a:p>
        </p:txBody>
      </p:sp>
      <p:sp>
        <p:nvSpPr>
          <p:cNvPr id="4" name="Footer Placeholder 3">
            <a:extLst>
              <a:ext uri="{FF2B5EF4-FFF2-40B4-BE49-F238E27FC236}">
                <a16:creationId xmlns:a16="http://schemas.microsoft.com/office/drawing/2014/main" id="{27740784-7F7A-2E28-E502-34CB03F18045}"/>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550CA224-1A37-BD14-7DC6-A5F93A4E2CB2}"/>
              </a:ext>
            </a:extLst>
          </p:cNvPr>
          <p:cNvSpPr>
            <a:spLocks noGrp="1"/>
          </p:cNvSpPr>
          <p:nvPr>
            <p:ph type="sldNum" sz="quarter" idx="12"/>
          </p:nvPr>
        </p:nvSpPr>
        <p:spPr/>
        <p:txBody>
          <a:bodyPr/>
          <a:lstStyle/>
          <a:p>
            <a:fld id="{54EB0B3E-AA13-4BE4-A5C6-DD5BD7FF85CE}" type="slidenum">
              <a:rPr lang="en-AU" smtClean="0"/>
              <a:t>‹#›</a:t>
            </a:fld>
            <a:endParaRPr lang="en-AU"/>
          </a:p>
        </p:txBody>
      </p:sp>
    </p:spTree>
    <p:extLst>
      <p:ext uri="{BB962C8B-B14F-4D97-AF65-F5344CB8AC3E}">
        <p14:creationId xmlns:p14="http://schemas.microsoft.com/office/powerpoint/2010/main" val="4311490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0D5637D-8A60-1F68-3DE2-5CB8D6B28A49}"/>
              </a:ext>
            </a:extLst>
          </p:cNvPr>
          <p:cNvSpPr>
            <a:spLocks noGrp="1"/>
          </p:cNvSpPr>
          <p:nvPr>
            <p:ph type="dt" sz="half" idx="10"/>
          </p:nvPr>
        </p:nvSpPr>
        <p:spPr/>
        <p:txBody>
          <a:bodyPr/>
          <a:lstStyle/>
          <a:p>
            <a:fld id="{4FA6E1B9-AB0F-4E2D-8688-009600AF96CB}" type="datetimeFigureOut">
              <a:rPr lang="en-AU" smtClean="0"/>
              <a:t>17/12/2025</a:t>
            </a:fld>
            <a:endParaRPr lang="en-AU"/>
          </a:p>
        </p:txBody>
      </p:sp>
      <p:sp>
        <p:nvSpPr>
          <p:cNvPr id="3" name="Footer Placeholder 2">
            <a:extLst>
              <a:ext uri="{FF2B5EF4-FFF2-40B4-BE49-F238E27FC236}">
                <a16:creationId xmlns:a16="http://schemas.microsoft.com/office/drawing/2014/main" id="{A193045D-8E6D-DC0F-2EF5-F748A2D14231}"/>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B10743C1-08CB-957D-1CAF-CF38ED829209}"/>
              </a:ext>
            </a:extLst>
          </p:cNvPr>
          <p:cNvSpPr>
            <a:spLocks noGrp="1"/>
          </p:cNvSpPr>
          <p:nvPr>
            <p:ph type="sldNum" sz="quarter" idx="12"/>
          </p:nvPr>
        </p:nvSpPr>
        <p:spPr/>
        <p:txBody>
          <a:bodyPr/>
          <a:lstStyle/>
          <a:p>
            <a:fld id="{54EB0B3E-AA13-4BE4-A5C6-DD5BD7FF85CE}" type="slidenum">
              <a:rPr lang="en-AU" smtClean="0"/>
              <a:t>‹#›</a:t>
            </a:fld>
            <a:endParaRPr lang="en-AU"/>
          </a:p>
        </p:txBody>
      </p:sp>
    </p:spTree>
    <p:extLst>
      <p:ext uri="{BB962C8B-B14F-4D97-AF65-F5344CB8AC3E}">
        <p14:creationId xmlns:p14="http://schemas.microsoft.com/office/powerpoint/2010/main" val="12387725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5E884-00AD-8AD5-3734-BA34AA5D329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F5212DF0-73E5-561E-46D8-DD55EA99446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48B0B277-F252-BD88-F5CE-8390814464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802CA91-ABCE-DD84-FB8C-3962D780B276}"/>
              </a:ext>
            </a:extLst>
          </p:cNvPr>
          <p:cNvSpPr>
            <a:spLocks noGrp="1"/>
          </p:cNvSpPr>
          <p:nvPr>
            <p:ph type="dt" sz="half" idx="10"/>
          </p:nvPr>
        </p:nvSpPr>
        <p:spPr/>
        <p:txBody>
          <a:bodyPr/>
          <a:lstStyle/>
          <a:p>
            <a:fld id="{4FA6E1B9-AB0F-4E2D-8688-009600AF96CB}" type="datetimeFigureOut">
              <a:rPr lang="en-AU" smtClean="0"/>
              <a:t>17/12/2025</a:t>
            </a:fld>
            <a:endParaRPr lang="en-AU"/>
          </a:p>
        </p:txBody>
      </p:sp>
      <p:sp>
        <p:nvSpPr>
          <p:cNvPr id="6" name="Footer Placeholder 5">
            <a:extLst>
              <a:ext uri="{FF2B5EF4-FFF2-40B4-BE49-F238E27FC236}">
                <a16:creationId xmlns:a16="http://schemas.microsoft.com/office/drawing/2014/main" id="{D9DAC3B3-D3A3-F943-B7ED-C64338BA4FD4}"/>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9913F423-4022-B8BD-EE4A-3B1FE2699051}"/>
              </a:ext>
            </a:extLst>
          </p:cNvPr>
          <p:cNvSpPr>
            <a:spLocks noGrp="1"/>
          </p:cNvSpPr>
          <p:nvPr>
            <p:ph type="sldNum" sz="quarter" idx="12"/>
          </p:nvPr>
        </p:nvSpPr>
        <p:spPr/>
        <p:txBody>
          <a:bodyPr/>
          <a:lstStyle/>
          <a:p>
            <a:fld id="{54EB0B3E-AA13-4BE4-A5C6-DD5BD7FF85CE}" type="slidenum">
              <a:rPr lang="en-AU" smtClean="0"/>
              <a:t>‹#›</a:t>
            </a:fld>
            <a:endParaRPr lang="en-AU"/>
          </a:p>
        </p:txBody>
      </p:sp>
    </p:spTree>
    <p:extLst>
      <p:ext uri="{BB962C8B-B14F-4D97-AF65-F5344CB8AC3E}">
        <p14:creationId xmlns:p14="http://schemas.microsoft.com/office/powerpoint/2010/main" val="34198990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860A6-BFC4-8195-3F9E-AE81CA0C930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D32F5CB8-63BF-8858-3234-FAFF56D1700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53FFACE5-9A8E-9E2C-599B-7E7F39A095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15877DE-51F0-6BAE-2883-4CC90CFCF579}"/>
              </a:ext>
            </a:extLst>
          </p:cNvPr>
          <p:cNvSpPr>
            <a:spLocks noGrp="1"/>
          </p:cNvSpPr>
          <p:nvPr>
            <p:ph type="dt" sz="half" idx="10"/>
          </p:nvPr>
        </p:nvSpPr>
        <p:spPr/>
        <p:txBody>
          <a:bodyPr/>
          <a:lstStyle/>
          <a:p>
            <a:fld id="{4FA6E1B9-AB0F-4E2D-8688-009600AF96CB}" type="datetimeFigureOut">
              <a:rPr lang="en-AU" smtClean="0"/>
              <a:t>17/12/2025</a:t>
            </a:fld>
            <a:endParaRPr lang="en-AU"/>
          </a:p>
        </p:txBody>
      </p:sp>
      <p:sp>
        <p:nvSpPr>
          <p:cNvPr id="6" name="Footer Placeholder 5">
            <a:extLst>
              <a:ext uri="{FF2B5EF4-FFF2-40B4-BE49-F238E27FC236}">
                <a16:creationId xmlns:a16="http://schemas.microsoft.com/office/drawing/2014/main" id="{4762949C-0AE9-2130-C656-7DD8DDCEBD2A}"/>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009441DE-056B-C0E2-36F1-81256453B281}"/>
              </a:ext>
            </a:extLst>
          </p:cNvPr>
          <p:cNvSpPr>
            <a:spLocks noGrp="1"/>
          </p:cNvSpPr>
          <p:nvPr>
            <p:ph type="sldNum" sz="quarter" idx="12"/>
          </p:nvPr>
        </p:nvSpPr>
        <p:spPr/>
        <p:txBody>
          <a:bodyPr/>
          <a:lstStyle/>
          <a:p>
            <a:fld id="{54EB0B3E-AA13-4BE4-A5C6-DD5BD7FF85CE}" type="slidenum">
              <a:rPr lang="en-AU" smtClean="0"/>
              <a:t>‹#›</a:t>
            </a:fld>
            <a:endParaRPr lang="en-AU"/>
          </a:p>
        </p:txBody>
      </p:sp>
    </p:spTree>
    <p:extLst>
      <p:ext uri="{BB962C8B-B14F-4D97-AF65-F5344CB8AC3E}">
        <p14:creationId xmlns:p14="http://schemas.microsoft.com/office/powerpoint/2010/main" val="11290892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8C4AA8-7116-5DE4-A0CD-82B10440B8E2}"/>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E76BE1BF-264C-0AF9-8D07-6363DB47F9A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99C973DE-7605-0E86-89D8-5585290E622A}"/>
              </a:ext>
            </a:extLst>
          </p:cNvPr>
          <p:cNvSpPr>
            <a:spLocks noGrp="1"/>
          </p:cNvSpPr>
          <p:nvPr>
            <p:ph type="dt" sz="half" idx="10"/>
          </p:nvPr>
        </p:nvSpPr>
        <p:spPr/>
        <p:txBody>
          <a:bodyPr/>
          <a:lstStyle/>
          <a:p>
            <a:fld id="{4FA6E1B9-AB0F-4E2D-8688-009600AF96CB}" type="datetimeFigureOut">
              <a:rPr lang="en-AU" smtClean="0"/>
              <a:t>17/12/2025</a:t>
            </a:fld>
            <a:endParaRPr lang="en-AU"/>
          </a:p>
        </p:txBody>
      </p:sp>
      <p:sp>
        <p:nvSpPr>
          <p:cNvPr id="5" name="Footer Placeholder 4">
            <a:extLst>
              <a:ext uri="{FF2B5EF4-FFF2-40B4-BE49-F238E27FC236}">
                <a16:creationId xmlns:a16="http://schemas.microsoft.com/office/drawing/2014/main" id="{73EAA8F9-A8EA-C96C-AE9D-E6A90FF49FC4}"/>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E998AB3E-8410-C5C5-67E0-CA3135CE8CAF}"/>
              </a:ext>
            </a:extLst>
          </p:cNvPr>
          <p:cNvSpPr>
            <a:spLocks noGrp="1"/>
          </p:cNvSpPr>
          <p:nvPr>
            <p:ph type="sldNum" sz="quarter" idx="12"/>
          </p:nvPr>
        </p:nvSpPr>
        <p:spPr/>
        <p:txBody>
          <a:bodyPr/>
          <a:lstStyle/>
          <a:p>
            <a:fld id="{54EB0B3E-AA13-4BE4-A5C6-DD5BD7FF85CE}" type="slidenum">
              <a:rPr lang="en-AU" smtClean="0"/>
              <a:t>‹#›</a:t>
            </a:fld>
            <a:endParaRPr lang="en-AU"/>
          </a:p>
        </p:txBody>
      </p:sp>
    </p:spTree>
    <p:extLst>
      <p:ext uri="{BB962C8B-B14F-4D97-AF65-F5344CB8AC3E}">
        <p14:creationId xmlns:p14="http://schemas.microsoft.com/office/powerpoint/2010/main" val="2542295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60C9D67-4365-944D-C19D-8275819E90A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B0241B08-91AC-EF53-2AD8-ADD11DFB1CA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D889AD10-FA28-BB2C-5F9A-80CAD3849A2F}"/>
              </a:ext>
            </a:extLst>
          </p:cNvPr>
          <p:cNvSpPr>
            <a:spLocks noGrp="1"/>
          </p:cNvSpPr>
          <p:nvPr>
            <p:ph type="dt" sz="half" idx="10"/>
          </p:nvPr>
        </p:nvSpPr>
        <p:spPr/>
        <p:txBody>
          <a:bodyPr/>
          <a:lstStyle/>
          <a:p>
            <a:fld id="{4FA6E1B9-AB0F-4E2D-8688-009600AF96CB}" type="datetimeFigureOut">
              <a:rPr lang="en-AU" smtClean="0"/>
              <a:t>17/12/2025</a:t>
            </a:fld>
            <a:endParaRPr lang="en-AU"/>
          </a:p>
        </p:txBody>
      </p:sp>
      <p:sp>
        <p:nvSpPr>
          <p:cNvPr id="5" name="Footer Placeholder 4">
            <a:extLst>
              <a:ext uri="{FF2B5EF4-FFF2-40B4-BE49-F238E27FC236}">
                <a16:creationId xmlns:a16="http://schemas.microsoft.com/office/drawing/2014/main" id="{A9829850-C00B-1CD8-A526-376A287A194A}"/>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A24557CF-9C0E-8117-1F71-719B2B99BD02}"/>
              </a:ext>
            </a:extLst>
          </p:cNvPr>
          <p:cNvSpPr>
            <a:spLocks noGrp="1"/>
          </p:cNvSpPr>
          <p:nvPr>
            <p:ph type="sldNum" sz="quarter" idx="12"/>
          </p:nvPr>
        </p:nvSpPr>
        <p:spPr/>
        <p:txBody>
          <a:bodyPr/>
          <a:lstStyle/>
          <a:p>
            <a:fld id="{54EB0B3E-AA13-4BE4-A5C6-DD5BD7FF85CE}" type="slidenum">
              <a:rPr lang="en-AU" smtClean="0"/>
              <a:t>‹#›</a:t>
            </a:fld>
            <a:endParaRPr lang="en-AU"/>
          </a:p>
        </p:txBody>
      </p:sp>
    </p:spTree>
    <p:extLst>
      <p:ext uri="{BB962C8B-B14F-4D97-AF65-F5344CB8AC3E}">
        <p14:creationId xmlns:p14="http://schemas.microsoft.com/office/powerpoint/2010/main" val="11658740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Slide 8">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E72EADE-3955-494C-9558-A2828FEB3022}"/>
              </a:ext>
            </a:extLst>
          </p:cNvPr>
          <p:cNvPicPr>
            <a:picLocks noChangeAspect="1"/>
          </p:cNvPicPr>
          <p:nvPr userDrawn="1"/>
        </p:nvPicPr>
        <p:blipFill>
          <a:blip r:embed="rId2"/>
          <a:stretch>
            <a:fillRect/>
          </a:stretch>
        </p:blipFill>
        <p:spPr>
          <a:xfrm>
            <a:off x="5927221" y="0"/>
            <a:ext cx="6264779" cy="6858000"/>
          </a:xfrm>
          <a:prstGeom prst="rect">
            <a:avLst/>
          </a:prstGeom>
        </p:spPr>
      </p:pic>
      <p:pic>
        <p:nvPicPr>
          <p:cNvPr id="7" name="Picture 6">
            <a:extLst>
              <a:ext uri="{FF2B5EF4-FFF2-40B4-BE49-F238E27FC236}">
                <a16:creationId xmlns:a16="http://schemas.microsoft.com/office/drawing/2014/main" id="{DABC7FB5-5EF7-0943-BD2D-41000F48E4C8}"/>
              </a:ext>
            </a:extLst>
          </p:cNvPr>
          <p:cNvPicPr>
            <a:picLocks noChangeAspect="1"/>
          </p:cNvPicPr>
          <p:nvPr userDrawn="1"/>
        </p:nvPicPr>
        <p:blipFill>
          <a:blip r:embed="rId3"/>
          <a:stretch>
            <a:fillRect/>
          </a:stretch>
        </p:blipFill>
        <p:spPr>
          <a:xfrm>
            <a:off x="0" y="0"/>
            <a:ext cx="9296400" cy="6858000"/>
          </a:xfrm>
          <a:prstGeom prst="rect">
            <a:avLst/>
          </a:prstGeom>
        </p:spPr>
      </p:pic>
      <p:pic>
        <p:nvPicPr>
          <p:cNvPr id="13" name="Picture 12" descr="Text&#10;&#10;Description automatically generated">
            <a:extLst>
              <a:ext uri="{FF2B5EF4-FFF2-40B4-BE49-F238E27FC236}">
                <a16:creationId xmlns:a16="http://schemas.microsoft.com/office/drawing/2014/main" id="{65789D22-D48B-1A43-8098-E65C1EF2C4EF}"/>
              </a:ext>
            </a:extLst>
          </p:cNvPr>
          <p:cNvPicPr>
            <a:picLocks noChangeAspect="1"/>
          </p:cNvPicPr>
          <p:nvPr userDrawn="1"/>
        </p:nvPicPr>
        <p:blipFill>
          <a:blip r:embed="rId4"/>
          <a:stretch>
            <a:fillRect/>
          </a:stretch>
        </p:blipFill>
        <p:spPr>
          <a:xfrm>
            <a:off x="742258" y="556015"/>
            <a:ext cx="3403953" cy="453861"/>
          </a:xfrm>
          <a:prstGeom prst="rect">
            <a:avLst/>
          </a:prstGeom>
        </p:spPr>
      </p:pic>
      <p:sp>
        <p:nvSpPr>
          <p:cNvPr id="9" name="Title 1">
            <a:extLst>
              <a:ext uri="{FF2B5EF4-FFF2-40B4-BE49-F238E27FC236}">
                <a16:creationId xmlns:a16="http://schemas.microsoft.com/office/drawing/2014/main" id="{38FD3B3B-EF4E-47BF-87A0-CF05FEF1E14F}"/>
              </a:ext>
            </a:extLst>
          </p:cNvPr>
          <p:cNvSpPr>
            <a:spLocks noGrp="1"/>
          </p:cNvSpPr>
          <p:nvPr>
            <p:ph type="ctrTitle"/>
          </p:nvPr>
        </p:nvSpPr>
        <p:spPr>
          <a:xfrm>
            <a:off x="742258" y="1380628"/>
            <a:ext cx="6510120" cy="3311058"/>
          </a:xfrm>
        </p:spPr>
        <p:txBody>
          <a:bodyPr lIns="0" anchor="ctr" anchorCtr="0"/>
          <a:lstStyle>
            <a:lvl1pPr algn="l">
              <a:defRPr sz="7000">
                <a:solidFill>
                  <a:schemeClr val="accent6"/>
                </a:solidFill>
              </a:defRPr>
            </a:lvl1pPr>
          </a:lstStyle>
          <a:p>
            <a:r>
              <a:rPr lang="en-GB"/>
              <a:t>Click to edit Master title style</a:t>
            </a:r>
            <a:endParaRPr lang="en-US"/>
          </a:p>
        </p:txBody>
      </p:sp>
      <p:pic>
        <p:nvPicPr>
          <p:cNvPr id="12" name="Picture 11">
            <a:extLst>
              <a:ext uri="{FF2B5EF4-FFF2-40B4-BE49-F238E27FC236}">
                <a16:creationId xmlns:a16="http://schemas.microsoft.com/office/drawing/2014/main" id="{836B6D88-F03B-4D9E-A8E0-9B5B5FAB16F5}"/>
              </a:ext>
            </a:extLst>
          </p:cNvPr>
          <p:cNvPicPr>
            <a:picLocks noChangeAspect="1"/>
          </p:cNvPicPr>
          <p:nvPr userDrawn="1"/>
        </p:nvPicPr>
        <p:blipFill>
          <a:blip r:embed="rId5"/>
          <a:stretch>
            <a:fillRect/>
          </a:stretch>
        </p:blipFill>
        <p:spPr>
          <a:xfrm>
            <a:off x="742258" y="4958538"/>
            <a:ext cx="361514" cy="140589"/>
          </a:xfrm>
          <a:prstGeom prst="rect">
            <a:avLst/>
          </a:prstGeom>
        </p:spPr>
      </p:pic>
      <p:sp>
        <p:nvSpPr>
          <p:cNvPr id="10" name="Text Placeholder 9">
            <a:extLst>
              <a:ext uri="{FF2B5EF4-FFF2-40B4-BE49-F238E27FC236}">
                <a16:creationId xmlns:a16="http://schemas.microsoft.com/office/drawing/2014/main" id="{472E37BA-55C9-4508-AC7B-1AA4B20BFB9C}"/>
              </a:ext>
            </a:extLst>
          </p:cNvPr>
          <p:cNvSpPr>
            <a:spLocks noGrp="1"/>
          </p:cNvSpPr>
          <p:nvPr>
            <p:ph type="body" sz="quarter" idx="13" hasCustomPrompt="1"/>
          </p:nvPr>
        </p:nvSpPr>
        <p:spPr>
          <a:xfrm>
            <a:off x="742258" y="5365979"/>
            <a:ext cx="3259137" cy="369174"/>
          </a:xfrm>
        </p:spPr>
        <p:txBody>
          <a:bodyPr lIns="0">
            <a:noAutofit/>
          </a:bodyPr>
          <a:lstStyle>
            <a:lvl1pPr>
              <a:defRPr sz="1600">
                <a:solidFill>
                  <a:schemeClr val="bg1"/>
                </a:solidFill>
              </a:defRPr>
            </a:lvl1pPr>
          </a:lstStyle>
          <a:p>
            <a:pPr lvl="0"/>
            <a:r>
              <a:rPr lang="en-GB"/>
              <a:t>DD Month YYYY</a:t>
            </a:r>
          </a:p>
        </p:txBody>
      </p:sp>
      <p:sp>
        <p:nvSpPr>
          <p:cNvPr id="11" name="Text Placeholder 9">
            <a:extLst>
              <a:ext uri="{FF2B5EF4-FFF2-40B4-BE49-F238E27FC236}">
                <a16:creationId xmlns:a16="http://schemas.microsoft.com/office/drawing/2014/main" id="{B493D8D8-25D0-45D5-98BD-8410BCE50A5E}"/>
              </a:ext>
            </a:extLst>
          </p:cNvPr>
          <p:cNvSpPr>
            <a:spLocks noGrp="1"/>
          </p:cNvSpPr>
          <p:nvPr>
            <p:ph type="body" sz="quarter" idx="14" hasCustomPrompt="1"/>
          </p:nvPr>
        </p:nvSpPr>
        <p:spPr>
          <a:xfrm>
            <a:off x="742258" y="5817418"/>
            <a:ext cx="5550966" cy="369174"/>
          </a:xfrm>
        </p:spPr>
        <p:txBody>
          <a:bodyPr lIns="0">
            <a:noAutofit/>
          </a:bodyPr>
          <a:lstStyle>
            <a:lvl1pPr>
              <a:defRPr sz="2000" b="1">
                <a:solidFill>
                  <a:schemeClr val="bg1"/>
                </a:solidFill>
              </a:defRPr>
            </a:lvl1pPr>
          </a:lstStyle>
          <a:p>
            <a:pPr lvl="0"/>
            <a:r>
              <a:rPr lang="en-GB"/>
              <a:t>Presenter name</a:t>
            </a:r>
          </a:p>
        </p:txBody>
      </p:sp>
      <p:sp>
        <p:nvSpPr>
          <p:cNvPr id="15" name="Text Placeholder 9">
            <a:extLst>
              <a:ext uri="{FF2B5EF4-FFF2-40B4-BE49-F238E27FC236}">
                <a16:creationId xmlns:a16="http://schemas.microsoft.com/office/drawing/2014/main" id="{E72AA689-7328-4044-BADB-014AC1FFE570}"/>
              </a:ext>
            </a:extLst>
          </p:cNvPr>
          <p:cNvSpPr>
            <a:spLocks noGrp="1"/>
          </p:cNvSpPr>
          <p:nvPr>
            <p:ph type="body" sz="quarter" idx="15" hasCustomPrompt="1"/>
          </p:nvPr>
        </p:nvSpPr>
        <p:spPr>
          <a:xfrm>
            <a:off x="742258" y="6186836"/>
            <a:ext cx="5550966" cy="541623"/>
          </a:xfrm>
        </p:spPr>
        <p:txBody>
          <a:bodyPr lIns="0">
            <a:noAutofit/>
          </a:bodyPr>
          <a:lstStyle>
            <a:lvl1pPr>
              <a:defRPr sz="1600">
                <a:solidFill>
                  <a:schemeClr val="bg1"/>
                </a:solidFill>
              </a:defRPr>
            </a:lvl1pPr>
          </a:lstStyle>
          <a:p>
            <a:pPr lvl="0"/>
            <a:r>
              <a:rPr lang="en-GB"/>
              <a:t>Presenter title</a:t>
            </a:r>
          </a:p>
        </p:txBody>
      </p:sp>
    </p:spTree>
    <p:extLst>
      <p:ext uri="{BB962C8B-B14F-4D97-AF65-F5344CB8AC3E}">
        <p14:creationId xmlns:p14="http://schemas.microsoft.com/office/powerpoint/2010/main" val="19093997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Session topics">
    <p:bg>
      <p:bgPr>
        <a:solidFill>
          <a:schemeClr val="tx2"/>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7DABFA6-8A98-6D46-B0E2-B88F2EC72F41}"/>
              </a:ext>
            </a:extLst>
          </p:cNvPr>
          <p:cNvPicPr>
            <a:picLocks noChangeAspect="1"/>
          </p:cNvPicPr>
          <p:nvPr userDrawn="1"/>
        </p:nvPicPr>
        <p:blipFill rotWithShape="1">
          <a:blip r:embed="rId2"/>
          <a:srcRect t="20702" r="11027"/>
          <a:stretch/>
        </p:blipFill>
        <p:spPr>
          <a:xfrm>
            <a:off x="7943675" y="0"/>
            <a:ext cx="4248326" cy="5438274"/>
          </a:xfrm>
          <a:prstGeom prst="rect">
            <a:avLst/>
          </a:prstGeom>
        </p:spPr>
      </p:pic>
      <p:sp>
        <p:nvSpPr>
          <p:cNvPr id="20" name="Text Placeholder 12">
            <a:extLst>
              <a:ext uri="{FF2B5EF4-FFF2-40B4-BE49-F238E27FC236}">
                <a16:creationId xmlns:a16="http://schemas.microsoft.com/office/drawing/2014/main" id="{BDF912DC-5988-4694-8BBC-B439608E2D6C}"/>
              </a:ext>
            </a:extLst>
          </p:cNvPr>
          <p:cNvSpPr>
            <a:spLocks noGrp="1"/>
          </p:cNvSpPr>
          <p:nvPr>
            <p:ph type="body" sz="quarter" idx="10" hasCustomPrompt="1"/>
          </p:nvPr>
        </p:nvSpPr>
        <p:spPr>
          <a:xfrm>
            <a:off x="778488" y="769505"/>
            <a:ext cx="7947025" cy="933450"/>
          </a:xfrm>
        </p:spPr>
        <p:txBody>
          <a:bodyPr anchor="ctr">
            <a:normAutofit/>
          </a:bodyPr>
          <a:lstStyle>
            <a:lvl1pPr>
              <a:defRPr sz="4400">
                <a:solidFill>
                  <a:srgbClr val="CDFF00"/>
                </a:solidFill>
                <a:latin typeface="Canela Light" pitchFamily="50" charset="0"/>
              </a:defRPr>
            </a:lvl1pPr>
          </a:lstStyle>
          <a:p>
            <a:pPr lvl="0"/>
            <a:r>
              <a:rPr lang="en-AU"/>
              <a:t>Session topics</a:t>
            </a:r>
          </a:p>
        </p:txBody>
      </p:sp>
      <p:sp>
        <p:nvSpPr>
          <p:cNvPr id="7" name="Text Placeholder 5">
            <a:extLst>
              <a:ext uri="{FF2B5EF4-FFF2-40B4-BE49-F238E27FC236}">
                <a16:creationId xmlns:a16="http://schemas.microsoft.com/office/drawing/2014/main" id="{830A8C5E-4D52-E18F-CB39-7D68062567F7}"/>
              </a:ext>
            </a:extLst>
          </p:cNvPr>
          <p:cNvSpPr>
            <a:spLocks noGrp="1"/>
          </p:cNvSpPr>
          <p:nvPr>
            <p:ph type="body" sz="quarter" idx="11" hasCustomPrompt="1"/>
          </p:nvPr>
        </p:nvSpPr>
        <p:spPr>
          <a:xfrm>
            <a:off x="3029038" y="2173287"/>
            <a:ext cx="7038800" cy="2511425"/>
          </a:xfrm>
        </p:spPr>
        <p:txBody>
          <a:bodyPr>
            <a:normAutofit/>
          </a:bodyPr>
          <a:lstStyle>
            <a:lvl1pPr marL="342900" indent="-342900">
              <a:buClr>
                <a:srgbClr val="CDFF00"/>
              </a:buClr>
              <a:buFont typeface="Arial" panose="020B0604020202020204" pitchFamily="34" charset="0"/>
              <a:buChar char="•"/>
              <a:defRPr sz="2000">
                <a:solidFill>
                  <a:schemeClr val="bg1"/>
                </a:solidFill>
              </a:defRPr>
            </a:lvl1pPr>
            <a:lvl3pPr marL="1257300" indent="-342900" algn="l">
              <a:buClr>
                <a:srgbClr val="CDFF00"/>
              </a:buClr>
              <a:buFont typeface="Arial" panose="020B0604020202020204" pitchFamily="34" charset="0"/>
              <a:buChar char="•"/>
              <a:defRPr>
                <a:solidFill>
                  <a:schemeClr val="bg1"/>
                </a:solidFill>
              </a:defRPr>
            </a:lvl3pPr>
          </a:lstStyle>
          <a:p>
            <a:pPr lvl="0"/>
            <a:r>
              <a:rPr lang="en-US"/>
              <a:t>Topic 1</a:t>
            </a:r>
          </a:p>
          <a:p>
            <a:pPr lvl="0"/>
            <a:r>
              <a:rPr lang="en-US"/>
              <a:t>Topic 2</a:t>
            </a:r>
          </a:p>
          <a:p>
            <a:pPr lvl="0"/>
            <a:r>
              <a:rPr lang="en-US"/>
              <a:t>Topic 3</a:t>
            </a:r>
          </a:p>
          <a:p>
            <a:pPr lvl="0"/>
            <a:r>
              <a:rPr lang="en-US"/>
              <a:t>Topic 4</a:t>
            </a:r>
          </a:p>
        </p:txBody>
      </p:sp>
    </p:spTree>
    <p:extLst>
      <p:ext uri="{BB962C8B-B14F-4D97-AF65-F5344CB8AC3E}">
        <p14:creationId xmlns:p14="http://schemas.microsoft.com/office/powerpoint/2010/main" val="6491324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7_Divider Title Only">
    <p:bg>
      <p:bgPr>
        <a:solidFill>
          <a:schemeClr val="tx2"/>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7DABFA6-8A98-6D46-B0E2-B88F2EC72F41}"/>
              </a:ext>
            </a:extLst>
          </p:cNvPr>
          <p:cNvPicPr>
            <a:picLocks noChangeAspect="1"/>
          </p:cNvPicPr>
          <p:nvPr userDrawn="1"/>
        </p:nvPicPr>
        <p:blipFill rotWithShape="1">
          <a:blip r:embed="rId2"/>
          <a:srcRect t="20702" r="11027"/>
          <a:stretch/>
        </p:blipFill>
        <p:spPr>
          <a:xfrm>
            <a:off x="7943675" y="0"/>
            <a:ext cx="4248326" cy="5438274"/>
          </a:xfrm>
          <a:prstGeom prst="rect">
            <a:avLst/>
          </a:prstGeom>
        </p:spPr>
      </p:pic>
      <p:sp>
        <p:nvSpPr>
          <p:cNvPr id="2" name="Title 1">
            <a:extLst>
              <a:ext uri="{FF2B5EF4-FFF2-40B4-BE49-F238E27FC236}">
                <a16:creationId xmlns:a16="http://schemas.microsoft.com/office/drawing/2014/main" id="{8B19F72A-6791-274B-9C21-45454E059C60}"/>
              </a:ext>
            </a:extLst>
          </p:cNvPr>
          <p:cNvSpPr>
            <a:spLocks noGrp="1"/>
          </p:cNvSpPr>
          <p:nvPr>
            <p:ph type="title"/>
          </p:nvPr>
        </p:nvSpPr>
        <p:spPr>
          <a:xfrm>
            <a:off x="792001" y="786230"/>
            <a:ext cx="7920000" cy="900000"/>
          </a:xfrm>
        </p:spPr>
        <p:txBody>
          <a:bodyPr anchor="t">
            <a:normAutofit/>
          </a:bodyPr>
          <a:lstStyle>
            <a:lvl1pPr>
              <a:defRPr sz="4400">
                <a:solidFill>
                  <a:srgbClr val="CDFF00"/>
                </a:solidFill>
              </a:defRPr>
            </a:lvl1pPr>
          </a:lstStyle>
          <a:p>
            <a:r>
              <a:rPr lang="en-GB"/>
              <a:t>Click to edit Master title style</a:t>
            </a:r>
            <a:endParaRPr lang="en-US"/>
          </a:p>
        </p:txBody>
      </p:sp>
    </p:spTree>
    <p:extLst>
      <p:ext uri="{BB962C8B-B14F-4D97-AF65-F5344CB8AC3E}">
        <p14:creationId xmlns:p14="http://schemas.microsoft.com/office/powerpoint/2010/main" val="3772466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A31BAC2-0C01-9842-F711-5012E8B1492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AE6895BB-D2BE-3702-3E3B-79FFAFFE633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F5134A3C-BE7B-E59D-3E99-5864CCF9F2C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FA6E1B9-AB0F-4E2D-8688-009600AF96CB}" type="datetimeFigureOut">
              <a:rPr lang="en-AU" smtClean="0"/>
              <a:t>17/12/2025</a:t>
            </a:fld>
            <a:endParaRPr lang="en-AU"/>
          </a:p>
        </p:txBody>
      </p:sp>
      <p:sp>
        <p:nvSpPr>
          <p:cNvPr id="5" name="Footer Placeholder 4">
            <a:extLst>
              <a:ext uri="{FF2B5EF4-FFF2-40B4-BE49-F238E27FC236}">
                <a16:creationId xmlns:a16="http://schemas.microsoft.com/office/drawing/2014/main" id="{6AF0F846-51BC-CD3B-8B23-E03E3F72A4F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24D5D9A7-879C-AA7E-B0DC-67D40553860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4EB0B3E-AA13-4BE4-A5C6-DD5BD7FF85CE}" type="slidenum">
              <a:rPr lang="en-AU" smtClean="0"/>
              <a:t>‹#›</a:t>
            </a:fld>
            <a:endParaRPr lang="en-AU"/>
          </a:p>
        </p:txBody>
      </p:sp>
    </p:spTree>
    <p:extLst>
      <p:ext uri="{BB962C8B-B14F-4D97-AF65-F5344CB8AC3E}">
        <p14:creationId xmlns:p14="http://schemas.microsoft.com/office/powerpoint/2010/main" val="8220170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6.emf"/><Relationship Id="rId7"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3.xml"/><Relationship Id="rId6" Type="http://schemas.openxmlformats.org/officeDocument/2006/relationships/image" Target="../media/image9.png"/><Relationship Id="rId5" Type="http://schemas.openxmlformats.org/officeDocument/2006/relationships/image" Target="../media/image8.emf"/><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6.emf"/><Relationship Id="rId7"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3.xml"/><Relationship Id="rId6" Type="http://schemas.openxmlformats.org/officeDocument/2006/relationships/image" Target="../media/image9.png"/><Relationship Id="rId5" Type="http://schemas.openxmlformats.org/officeDocument/2006/relationships/image" Target="../media/image8.emf"/><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8" Type="http://schemas.openxmlformats.org/officeDocument/2006/relationships/image" Target="../media/image12.emf"/><Relationship Id="rId3" Type="http://schemas.openxmlformats.org/officeDocument/2006/relationships/image" Target="../media/image6.emf"/><Relationship Id="rId7" Type="http://schemas.openxmlformats.org/officeDocument/2006/relationships/image" Target="../media/image11.emf"/><Relationship Id="rId2" Type="http://schemas.openxmlformats.org/officeDocument/2006/relationships/notesSlide" Target="../notesSlides/notesSlide7.xml"/><Relationship Id="rId1" Type="http://schemas.openxmlformats.org/officeDocument/2006/relationships/slideLayout" Target="../slideLayouts/slideLayout13.xml"/><Relationship Id="rId6" Type="http://schemas.openxmlformats.org/officeDocument/2006/relationships/image" Target="../media/image9.png"/><Relationship Id="rId5" Type="http://schemas.openxmlformats.org/officeDocument/2006/relationships/image" Target="../media/image8.emf"/><Relationship Id="rId4" Type="http://schemas.openxmlformats.org/officeDocument/2006/relationships/image" Target="../media/image7.png"/><Relationship Id="rId9" Type="http://schemas.openxmlformats.org/officeDocument/2006/relationships/image" Target="../media/image13.png"/></Relationships>
</file>

<file path=ppt/slides/_rels/slide8.xml.rels><?xml version="1.0" encoding="UTF-8" standalone="yes"?>
<Relationships xmlns="http://schemas.openxmlformats.org/package/2006/relationships"><Relationship Id="rId8" Type="http://schemas.openxmlformats.org/officeDocument/2006/relationships/image" Target="../media/image14.emf"/><Relationship Id="rId13" Type="http://schemas.openxmlformats.org/officeDocument/2006/relationships/image" Target="../media/image18.emf"/><Relationship Id="rId3" Type="http://schemas.openxmlformats.org/officeDocument/2006/relationships/image" Target="../media/image6.emf"/><Relationship Id="rId7" Type="http://schemas.openxmlformats.org/officeDocument/2006/relationships/image" Target="../media/image11.emf"/><Relationship Id="rId12" Type="http://schemas.openxmlformats.org/officeDocument/2006/relationships/image" Target="../media/image17.emf"/><Relationship Id="rId2" Type="http://schemas.openxmlformats.org/officeDocument/2006/relationships/notesSlide" Target="../notesSlides/notesSlide8.xml"/><Relationship Id="rId1" Type="http://schemas.openxmlformats.org/officeDocument/2006/relationships/slideLayout" Target="../slideLayouts/slideLayout13.xml"/><Relationship Id="rId6" Type="http://schemas.openxmlformats.org/officeDocument/2006/relationships/image" Target="../media/image9.png"/><Relationship Id="rId11" Type="http://schemas.openxmlformats.org/officeDocument/2006/relationships/image" Target="../media/image16.emf"/><Relationship Id="rId5" Type="http://schemas.openxmlformats.org/officeDocument/2006/relationships/image" Target="../media/image8.emf"/><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5.emf"/><Relationship Id="rId14" Type="http://schemas.openxmlformats.org/officeDocument/2006/relationships/image" Target="../media/image12.emf"/></Relationships>
</file>

<file path=ppt/slides/_rels/slide9.xml.rels><?xml version="1.0" encoding="UTF-8" standalone="yes"?>
<Relationships xmlns="http://schemas.openxmlformats.org/package/2006/relationships"><Relationship Id="rId8" Type="http://schemas.openxmlformats.org/officeDocument/2006/relationships/image" Target="../media/image12.emf"/><Relationship Id="rId3" Type="http://schemas.openxmlformats.org/officeDocument/2006/relationships/image" Target="../media/image7.png"/><Relationship Id="rId7" Type="http://schemas.openxmlformats.org/officeDocument/2006/relationships/image" Target="../media/image20.emf"/><Relationship Id="rId2" Type="http://schemas.openxmlformats.org/officeDocument/2006/relationships/notesSlide" Target="../notesSlides/notesSlide9.xml"/><Relationship Id="rId1" Type="http://schemas.openxmlformats.org/officeDocument/2006/relationships/slideLayout" Target="../slideLayouts/slideLayout13.xml"/><Relationship Id="rId6" Type="http://schemas.openxmlformats.org/officeDocument/2006/relationships/image" Target="../media/image19.emf"/><Relationship Id="rId5" Type="http://schemas.openxmlformats.org/officeDocument/2006/relationships/image" Target="../media/image15.emf"/><Relationship Id="rId10" Type="http://schemas.openxmlformats.org/officeDocument/2006/relationships/image" Target="../media/image22.emf"/><Relationship Id="rId4" Type="http://schemas.openxmlformats.org/officeDocument/2006/relationships/image" Target="../media/image14.emf"/><Relationship Id="rId9"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55BD0C7-6646-B6D8-6AA9-D9BE1B362494}"/>
              </a:ext>
            </a:extLst>
          </p:cNvPr>
          <p:cNvSpPr>
            <a:spLocks noGrp="1"/>
          </p:cNvSpPr>
          <p:nvPr>
            <p:ph type="ctrTitle"/>
          </p:nvPr>
        </p:nvSpPr>
        <p:spPr>
          <a:xfrm>
            <a:off x="561953" y="1490472"/>
            <a:ext cx="8434993" cy="4060094"/>
          </a:xfrm>
        </p:spPr>
        <p:txBody>
          <a:bodyPr>
            <a:noAutofit/>
          </a:bodyPr>
          <a:lstStyle/>
          <a:p>
            <a:r>
              <a:rPr lang="en-AU" sz="4800" dirty="0">
                <a:solidFill>
                  <a:srgbClr val="CDFF00"/>
                </a:solidFill>
                <a:latin typeface="Canela Light"/>
                <a:ea typeface="+mn-ea"/>
                <a:cs typeface="+mn-cs"/>
              </a:rPr>
              <a:t>Digital Transformation Program</a:t>
            </a:r>
            <a:br>
              <a:rPr lang="en-AU" sz="4800" dirty="0">
                <a:solidFill>
                  <a:srgbClr val="CDFF00"/>
                </a:solidFill>
                <a:latin typeface="Canela Light"/>
                <a:ea typeface="+mn-ea"/>
                <a:cs typeface="+mn-cs"/>
              </a:rPr>
            </a:br>
            <a:r>
              <a:rPr lang="en-AU" sz="4800" dirty="0">
                <a:solidFill>
                  <a:srgbClr val="CDFF00"/>
                </a:solidFill>
                <a:latin typeface="Canela Light"/>
                <a:ea typeface="+mn-ea"/>
                <a:cs typeface="+mn-cs"/>
              </a:rPr>
              <a:t> </a:t>
            </a:r>
            <a:br>
              <a:rPr lang="en-AU" sz="4800" dirty="0">
                <a:solidFill>
                  <a:srgbClr val="CDFF00"/>
                </a:solidFill>
                <a:latin typeface="Canela Light"/>
                <a:ea typeface="+mn-ea"/>
                <a:cs typeface="+mn-cs"/>
              </a:rPr>
            </a:br>
            <a:r>
              <a:rPr lang="en-AU" sz="3600" dirty="0">
                <a:solidFill>
                  <a:srgbClr val="CDFF00"/>
                </a:solidFill>
                <a:latin typeface="Canela Light"/>
                <a:ea typeface="+mn-ea"/>
                <a:cs typeface="+mn-cs"/>
              </a:rPr>
              <a:t>Decommissioning Strategy Walkthrough</a:t>
            </a:r>
            <a:br>
              <a:rPr lang="en-AU" sz="1600" dirty="0">
                <a:effectLst/>
                <a:latin typeface="Calibri" panose="020F0502020204030204" pitchFamily="34" charset="0"/>
                <a:ea typeface="Aptos" panose="020B0004020202020204" pitchFamily="34" charset="0"/>
              </a:rPr>
            </a:br>
            <a:br>
              <a:rPr lang="en-AU" sz="6000" dirty="0"/>
            </a:br>
            <a:endParaRPr lang="en-AU" sz="6000" dirty="0"/>
          </a:p>
        </p:txBody>
      </p:sp>
      <p:sp>
        <p:nvSpPr>
          <p:cNvPr id="7" name="Text Placeholder 6">
            <a:extLst>
              <a:ext uri="{FF2B5EF4-FFF2-40B4-BE49-F238E27FC236}">
                <a16:creationId xmlns:a16="http://schemas.microsoft.com/office/drawing/2014/main" id="{4BDC6439-81DE-85DB-68DA-65CE9AA3B129}"/>
              </a:ext>
            </a:extLst>
          </p:cNvPr>
          <p:cNvSpPr>
            <a:spLocks noGrp="1"/>
          </p:cNvSpPr>
          <p:nvPr>
            <p:ph type="body" sz="quarter" idx="13"/>
          </p:nvPr>
        </p:nvSpPr>
        <p:spPr/>
        <p:txBody>
          <a:bodyPr/>
          <a:lstStyle/>
          <a:p>
            <a:r>
              <a:rPr lang="en-AU" dirty="0"/>
              <a:t>11 November 2024</a:t>
            </a:r>
          </a:p>
        </p:txBody>
      </p:sp>
    </p:spTree>
    <p:extLst>
      <p:ext uri="{BB962C8B-B14F-4D97-AF65-F5344CB8AC3E}">
        <p14:creationId xmlns:p14="http://schemas.microsoft.com/office/powerpoint/2010/main" val="6199516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Placeholder 13">
            <a:extLst>
              <a:ext uri="{FF2B5EF4-FFF2-40B4-BE49-F238E27FC236}">
                <a16:creationId xmlns:a16="http://schemas.microsoft.com/office/drawing/2014/main" id="{56943436-1DDB-E46C-E06B-45E93E51113F}"/>
              </a:ext>
            </a:extLst>
          </p:cNvPr>
          <p:cNvSpPr>
            <a:spLocks noGrp="1"/>
          </p:cNvSpPr>
          <p:nvPr>
            <p:ph type="body" sz="quarter" idx="10"/>
          </p:nvPr>
        </p:nvSpPr>
        <p:spPr>
          <a:xfrm>
            <a:off x="611063" y="202834"/>
            <a:ext cx="9557065" cy="933450"/>
          </a:xfrm>
        </p:spPr>
        <p:txBody>
          <a:bodyPr>
            <a:normAutofit/>
          </a:bodyPr>
          <a:lstStyle/>
          <a:p>
            <a:pPr marL="0" indent="0">
              <a:buNone/>
            </a:pPr>
            <a:r>
              <a:rPr lang="en-AU" dirty="0">
                <a:latin typeface="Canela Light"/>
              </a:rPr>
              <a:t>Decommissioning Approach</a:t>
            </a:r>
            <a:endParaRPr lang="en-US" dirty="0"/>
          </a:p>
        </p:txBody>
      </p:sp>
      <p:sp>
        <p:nvSpPr>
          <p:cNvPr id="6" name="Text Placeholder 2">
            <a:extLst>
              <a:ext uri="{FF2B5EF4-FFF2-40B4-BE49-F238E27FC236}">
                <a16:creationId xmlns:a16="http://schemas.microsoft.com/office/drawing/2014/main" id="{15FBBAC1-7622-5254-4C40-F5789A03CA48}"/>
              </a:ext>
            </a:extLst>
          </p:cNvPr>
          <p:cNvSpPr txBox="1">
            <a:spLocks/>
          </p:cNvSpPr>
          <p:nvPr/>
        </p:nvSpPr>
        <p:spPr>
          <a:xfrm>
            <a:off x="533476" y="1411850"/>
            <a:ext cx="10786796" cy="5243316"/>
          </a:xfrm>
          <a:prstGeom prst="rect">
            <a:avLst/>
          </a:prstGeom>
        </p:spPr>
        <p:txBody>
          <a:bodyPr vert="horz" lIns="91440" tIns="45720" rIns="91440" bIns="45720" rtlCol="0" anchor="ctr">
            <a:normAutofit fontScale="55000" lnSpcReduction="20000"/>
          </a:bodyPr>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5000"/>
              </a:lnSpc>
              <a:spcBef>
                <a:spcPts val="1000"/>
              </a:spcBef>
            </a:pPr>
            <a:r>
              <a:rPr lang="en-AU" sz="3300" dirty="0">
                <a:solidFill>
                  <a:srgbClr val="FFFFFF"/>
                </a:solidFill>
              </a:rPr>
              <a:t>To maximise </a:t>
            </a:r>
            <a:r>
              <a:rPr lang="en-AU" sz="3300" b="1" dirty="0">
                <a:solidFill>
                  <a:srgbClr val="CDFF00"/>
                </a:solidFill>
                <a:latin typeface="Canela Light"/>
              </a:rPr>
              <a:t>benefits realisation </a:t>
            </a:r>
            <a:r>
              <a:rPr lang="en-AU" sz="3300" dirty="0">
                <a:solidFill>
                  <a:srgbClr val="FFFFFF"/>
                </a:solidFill>
              </a:rPr>
              <a:t>and realise </a:t>
            </a:r>
            <a:r>
              <a:rPr lang="en-AU" sz="3300" b="1" dirty="0">
                <a:solidFill>
                  <a:srgbClr val="CDFF00"/>
                </a:solidFill>
                <a:latin typeface="Canela Light"/>
              </a:rPr>
              <a:t>cost-savings</a:t>
            </a:r>
            <a:r>
              <a:rPr lang="en-AU" sz="3300" dirty="0">
                <a:solidFill>
                  <a:srgbClr val="FFFFFF"/>
                </a:solidFill>
              </a:rPr>
              <a:t>, the Program will need to implement an extensive decommissioning approach for redundant legacy systems, applications, platforms, and infrastructure. To ensure a successful decommissioning outcome, each step needs to be executed in a systematic way. As part of the Digital Transformation Program’s Digital Roadmap, the fourth tranche of work has been allocated of legacy system decommissioning or deprecation. The outcome of this tranche of work is the </a:t>
            </a:r>
          </a:p>
          <a:p>
            <a:pPr>
              <a:lnSpc>
                <a:spcPct val="115000"/>
              </a:lnSpc>
              <a:spcBef>
                <a:spcPts val="1000"/>
              </a:spcBef>
            </a:pPr>
            <a:r>
              <a:rPr lang="en-AU" sz="3300" b="1" dirty="0">
                <a:solidFill>
                  <a:srgbClr val="CDFF00"/>
                </a:solidFill>
                <a:latin typeface="Canela Light"/>
              </a:rPr>
              <a:t>‘removal or deprecation of legacy systems to rationalise ICT cost and storage and allow greater flexibility in operations through removing highly coupled and complex systems.’</a:t>
            </a:r>
          </a:p>
          <a:p>
            <a:pPr>
              <a:lnSpc>
                <a:spcPct val="115000"/>
              </a:lnSpc>
              <a:spcBef>
                <a:spcPts val="1000"/>
              </a:spcBef>
            </a:pPr>
            <a:r>
              <a:rPr lang="en-AU" sz="3300" dirty="0">
                <a:solidFill>
                  <a:srgbClr val="FFFFFF"/>
                </a:solidFill>
              </a:rPr>
              <a:t>This work comprises of four high-level deliverables:</a:t>
            </a:r>
          </a:p>
          <a:p>
            <a:pPr marL="457200" lvl="0" indent="-457200">
              <a:lnSpc>
                <a:spcPct val="115000"/>
              </a:lnSpc>
              <a:spcBef>
                <a:spcPts val="400"/>
              </a:spcBef>
              <a:buFont typeface="Courier New" panose="02070309020205020404" pitchFamily="49" charset="0"/>
              <a:buChar char="o"/>
            </a:pPr>
            <a:r>
              <a:rPr lang="en-AU" sz="3300" b="1" dirty="0">
                <a:solidFill>
                  <a:srgbClr val="CDFF00"/>
                </a:solidFill>
                <a:latin typeface="Canela Light"/>
              </a:rPr>
              <a:t>Decommission legacy core business systems </a:t>
            </a:r>
            <a:r>
              <a:rPr lang="en-AU" sz="3300" dirty="0">
                <a:solidFill>
                  <a:srgbClr val="FFFFFF"/>
                </a:solidFill>
              </a:rPr>
              <a:t>(asqanet) and its subsequent elements as new functionality is built into ARMS</a:t>
            </a:r>
          </a:p>
          <a:p>
            <a:pPr marL="457200" lvl="0" indent="-457200">
              <a:lnSpc>
                <a:spcPct val="115000"/>
              </a:lnSpc>
              <a:spcBef>
                <a:spcPts val="400"/>
              </a:spcBef>
              <a:buFont typeface="Courier New" panose="02070309020205020404" pitchFamily="49" charset="0"/>
              <a:buChar char="o"/>
            </a:pPr>
            <a:r>
              <a:rPr lang="en-AU" sz="3300" b="1" dirty="0">
                <a:solidFill>
                  <a:srgbClr val="CDFF00"/>
                </a:solidFill>
                <a:latin typeface="Canela Light"/>
              </a:rPr>
              <a:t>Decommission independent systems and databases</a:t>
            </a:r>
          </a:p>
          <a:p>
            <a:pPr marL="457200" lvl="0" indent="-457200">
              <a:lnSpc>
                <a:spcPct val="115000"/>
              </a:lnSpc>
              <a:spcBef>
                <a:spcPts val="400"/>
              </a:spcBef>
              <a:buFont typeface="Courier New" panose="02070309020205020404" pitchFamily="49" charset="0"/>
              <a:buChar char="o"/>
            </a:pPr>
            <a:r>
              <a:rPr lang="en-AU" sz="3300" b="1" dirty="0">
                <a:solidFill>
                  <a:srgbClr val="CDFF00"/>
                </a:solidFill>
                <a:latin typeface="Canela Light"/>
              </a:rPr>
              <a:t>Rationalise or remove software and web-based applications </a:t>
            </a:r>
            <a:r>
              <a:rPr lang="en-AU" sz="3300" dirty="0">
                <a:solidFill>
                  <a:srgbClr val="FFFFFF"/>
                </a:solidFill>
              </a:rPr>
              <a:t>needed for Legacy Systems as they become redundant</a:t>
            </a:r>
          </a:p>
          <a:p>
            <a:pPr marL="457200" lvl="0" indent="-457200">
              <a:lnSpc>
                <a:spcPct val="115000"/>
              </a:lnSpc>
              <a:spcBef>
                <a:spcPts val="400"/>
              </a:spcBef>
              <a:buFont typeface="Courier New" panose="02070309020205020404" pitchFamily="49" charset="0"/>
              <a:buChar char="o"/>
            </a:pPr>
            <a:r>
              <a:rPr lang="en-AU" sz="3300" b="1" dirty="0">
                <a:solidFill>
                  <a:srgbClr val="CDFF00"/>
                </a:solidFill>
                <a:latin typeface="Canela Light"/>
              </a:rPr>
              <a:t>Transition from on-premise </a:t>
            </a:r>
            <a:r>
              <a:rPr lang="en-AU" sz="3300" dirty="0">
                <a:solidFill>
                  <a:srgbClr val="FFFFFF"/>
                </a:solidFill>
              </a:rPr>
              <a:t>servers hosted by DEWR and Education Services Australia.</a:t>
            </a:r>
          </a:p>
          <a:p>
            <a:pPr marL="342900" indent="-342900">
              <a:buFont typeface="Arial" panose="020B0604020202020204" pitchFamily="34" charset="0"/>
              <a:buChar char="•"/>
            </a:pPr>
            <a:endParaRPr lang="en-US" sz="600" dirty="0">
              <a:solidFill>
                <a:schemeClr val="bg1"/>
              </a:solidFill>
              <a:latin typeface="Aptos"/>
            </a:endParaRPr>
          </a:p>
          <a:p>
            <a:pPr indent="-228600">
              <a:buFont typeface="Arial" panose="020B0604020202020204" pitchFamily="34" charset="0"/>
              <a:buChar char="•"/>
            </a:pPr>
            <a:br>
              <a:rPr lang="en-US" sz="600" dirty="0">
                <a:latin typeface="Aptos" panose="020B0004020202020204" pitchFamily="34" charset="0"/>
              </a:rPr>
            </a:br>
            <a:endParaRPr lang="en-US" sz="600" dirty="0">
              <a:latin typeface="Aptos" panose="020B0004020202020204" pitchFamily="34" charset="0"/>
            </a:endParaRPr>
          </a:p>
        </p:txBody>
      </p:sp>
    </p:spTree>
    <p:extLst>
      <p:ext uri="{BB962C8B-B14F-4D97-AF65-F5344CB8AC3E}">
        <p14:creationId xmlns:p14="http://schemas.microsoft.com/office/powerpoint/2010/main" val="24242098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Placeholder 13">
            <a:extLst>
              <a:ext uri="{FF2B5EF4-FFF2-40B4-BE49-F238E27FC236}">
                <a16:creationId xmlns:a16="http://schemas.microsoft.com/office/drawing/2014/main" id="{56943436-1DDB-E46C-E06B-45E93E51113F}"/>
              </a:ext>
            </a:extLst>
          </p:cNvPr>
          <p:cNvSpPr>
            <a:spLocks noGrp="1"/>
          </p:cNvSpPr>
          <p:nvPr>
            <p:ph type="body" sz="quarter" idx="10"/>
          </p:nvPr>
        </p:nvSpPr>
        <p:spPr>
          <a:xfrm>
            <a:off x="611063" y="202834"/>
            <a:ext cx="11148121" cy="933450"/>
          </a:xfrm>
        </p:spPr>
        <p:txBody>
          <a:bodyPr>
            <a:normAutofit/>
          </a:bodyPr>
          <a:lstStyle/>
          <a:p>
            <a:pPr marL="0" indent="0">
              <a:buNone/>
            </a:pPr>
            <a:r>
              <a:rPr lang="en-AU" dirty="0">
                <a:latin typeface="Canela Light"/>
              </a:rPr>
              <a:t>Decommissioning Principles and Considerations</a:t>
            </a:r>
            <a:endParaRPr lang="en-US" dirty="0"/>
          </a:p>
        </p:txBody>
      </p:sp>
      <p:sp>
        <p:nvSpPr>
          <p:cNvPr id="6" name="Text Placeholder 2">
            <a:extLst>
              <a:ext uri="{FF2B5EF4-FFF2-40B4-BE49-F238E27FC236}">
                <a16:creationId xmlns:a16="http://schemas.microsoft.com/office/drawing/2014/main" id="{15FBBAC1-7622-5254-4C40-F5789A03CA48}"/>
              </a:ext>
            </a:extLst>
          </p:cNvPr>
          <p:cNvSpPr txBox="1">
            <a:spLocks/>
          </p:cNvSpPr>
          <p:nvPr/>
        </p:nvSpPr>
        <p:spPr>
          <a:xfrm>
            <a:off x="533476" y="1411850"/>
            <a:ext cx="9867824" cy="4934086"/>
          </a:xfrm>
          <a:prstGeom prst="rect">
            <a:avLst/>
          </a:prstGeom>
        </p:spPr>
        <p:txBody>
          <a:bodyPr vert="horz" lIns="91440" tIns="45720" rIns="91440" bIns="45720" rtlCol="0" anchor="ctr">
            <a:normAutofit fontScale="40000" lnSpcReduction="20000"/>
          </a:bodyPr>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00100" lvl="1" indent="-342900">
              <a:spcAft>
                <a:spcPts val="1000"/>
              </a:spcAft>
              <a:buClr>
                <a:srgbClr val="CDFF00"/>
              </a:buClr>
              <a:buFont typeface="Courier New" panose="02070309020205020404" pitchFamily="49" charset="0"/>
              <a:buChar char="o"/>
            </a:pPr>
            <a:r>
              <a:rPr lang="en-US" sz="6000" dirty="0">
                <a:solidFill>
                  <a:srgbClr val="FFFFFF"/>
                </a:solidFill>
              </a:rPr>
              <a:t>Consider decommissioning as part of Epic prioritisation</a:t>
            </a:r>
          </a:p>
          <a:p>
            <a:pPr marL="800100" lvl="1" indent="-342900">
              <a:spcAft>
                <a:spcPts val="1000"/>
              </a:spcAft>
              <a:buClr>
                <a:srgbClr val="CDFF00"/>
              </a:buClr>
              <a:buFont typeface="Courier New" panose="02070309020205020404" pitchFamily="49" charset="0"/>
              <a:buChar char="o"/>
            </a:pPr>
            <a:r>
              <a:rPr lang="en-US" sz="6000" dirty="0">
                <a:solidFill>
                  <a:srgbClr val="FFFFFF"/>
                </a:solidFill>
              </a:rPr>
              <a:t>Prioritise new national register (e.g. TGA) integration</a:t>
            </a:r>
          </a:p>
          <a:p>
            <a:pPr marL="800100" lvl="1" indent="-342900">
              <a:spcAft>
                <a:spcPts val="1000"/>
              </a:spcAft>
              <a:buClr>
                <a:srgbClr val="CDFF00"/>
              </a:buClr>
              <a:buFont typeface="Courier New" panose="02070309020205020404" pitchFamily="49" charset="0"/>
              <a:buChar char="o"/>
            </a:pPr>
            <a:r>
              <a:rPr lang="en-US" sz="6000" b="1" dirty="0">
                <a:solidFill>
                  <a:srgbClr val="FFFFFF"/>
                </a:solidFill>
              </a:rPr>
              <a:t>Avoid</a:t>
            </a:r>
            <a:r>
              <a:rPr lang="en-US" sz="6000" dirty="0">
                <a:solidFill>
                  <a:srgbClr val="FFFFFF"/>
                </a:solidFill>
              </a:rPr>
              <a:t> data migration of decommissioned module data into ARMS</a:t>
            </a:r>
          </a:p>
          <a:p>
            <a:pPr marL="800100" lvl="1" indent="-342900">
              <a:spcAft>
                <a:spcPts val="1000"/>
              </a:spcAft>
              <a:buClr>
                <a:srgbClr val="CDFF00"/>
              </a:buClr>
              <a:buFont typeface="Courier New" panose="02070309020205020404" pitchFamily="49" charset="0"/>
              <a:buChar char="o"/>
            </a:pPr>
            <a:r>
              <a:rPr lang="en-US" sz="6000" dirty="0">
                <a:solidFill>
                  <a:srgbClr val="FFFFFF"/>
                </a:solidFill>
              </a:rPr>
              <a:t>Transfer asqanet data to the Modern Data Warehouse</a:t>
            </a:r>
          </a:p>
          <a:p>
            <a:pPr marL="800100" lvl="1" indent="-342900">
              <a:spcAft>
                <a:spcPts val="1000"/>
              </a:spcAft>
              <a:buClr>
                <a:srgbClr val="CDFF00"/>
              </a:buClr>
              <a:buFont typeface="Courier New" panose="02070309020205020404" pitchFamily="49" charset="0"/>
              <a:buChar char="o"/>
            </a:pPr>
            <a:r>
              <a:rPr lang="en-US" sz="6000" dirty="0">
                <a:solidFill>
                  <a:srgbClr val="FFFFFF"/>
                </a:solidFill>
              </a:rPr>
              <a:t>Visualise data from the Modern Data Warehouse</a:t>
            </a:r>
          </a:p>
          <a:p>
            <a:pPr marL="800100" lvl="1" indent="-342900">
              <a:spcAft>
                <a:spcPts val="1000"/>
              </a:spcAft>
              <a:buClr>
                <a:srgbClr val="CDFF00"/>
              </a:buClr>
              <a:buFont typeface="Courier New" panose="02070309020205020404" pitchFamily="49" charset="0"/>
              <a:buChar char="o"/>
            </a:pPr>
            <a:r>
              <a:rPr lang="en-US" sz="6000" dirty="0">
                <a:solidFill>
                  <a:srgbClr val="FFFFFF"/>
                </a:solidFill>
              </a:rPr>
              <a:t>Cancel licenses and decommission infrastructure as quickly as possible</a:t>
            </a:r>
          </a:p>
          <a:p>
            <a:pPr marL="800100" lvl="1" indent="-342900">
              <a:spcAft>
                <a:spcPts val="1000"/>
              </a:spcAft>
              <a:buClr>
                <a:srgbClr val="CDFF00"/>
              </a:buClr>
              <a:buFont typeface="Courier New" panose="02070309020205020404" pitchFamily="49" charset="0"/>
              <a:buChar char="o"/>
            </a:pPr>
            <a:r>
              <a:rPr lang="en-US" sz="6000" dirty="0">
                <a:solidFill>
                  <a:srgbClr val="FFFFFF"/>
                </a:solidFill>
              </a:rPr>
              <a:t>Consider register replacement as part of Epics</a:t>
            </a:r>
          </a:p>
          <a:p>
            <a:pPr marL="800100" lvl="1" indent="-342900">
              <a:spcAft>
                <a:spcPts val="1000"/>
              </a:spcAft>
              <a:buClr>
                <a:srgbClr val="CDFF00"/>
              </a:buClr>
              <a:buFont typeface="Courier New" panose="02070309020205020404" pitchFamily="49" charset="0"/>
              <a:buChar char="o"/>
            </a:pPr>
            <a:r>
              <a:rPr lang="en-US" sz="6000" dirty="0">
                <a:solidFill>
                  <a:srgbClr val="FFFFFF"/>
                </a:solidFill>
              </a:rPr>
              <a:t>Early change management communication</a:t>
            </a:r>
          </a:p>
          <a:p>
            <a:pPr marL="342900" indent="-342900">
              <a:buFont typeface="Arial" panose="020B0604020202020204" pitchFamily="34" charset="0"/>
              <a:buChar char="•"/>
            </a:pPr>
            <a:endParaRPr lang="en-US" sz="2000" dirty="0">
              <a:solidFill>
                <a:schemeClr val="bg1"/>
              </a:solidFill>
              <a:latin typeface="Aptos"/>
            </a:endParaRPr>
          </a:p>
          <a:p>
            <a:pPr indent="-228600">
              <a:buFont typeface="Arial" panose="020B0604020202020204" pitchFamily="34" charset="0"/>
              <a:buChar char="•"/>
            </a:pPr>
            <a:br>
              <a:rPr lang="en-US" sz="2000" dirty="0">
                <a:latin typeface="Aptos" panose="020B0004020202020204" pitchFamily="34" charset="0"/>
              </a:rPr>
            </a:br>
            <a:endParaRPr lang="en-US" sz="2000" dirty="0">
              <a:latin typeface="Aptos" panose="020B0004020202020204" pitchFamily="34" charset="0"/>
            </a:endParaRPr>
          </a:p>
        </p:txBody>
      </p:sp>
    </p:spTree>
    <p:extLst>
      <p:ext uri="{BB962C8B-B14F-4D97-AF65-F5344CB8AC3E}">
        <p14:creationId xmlns:p14="http://schemas.microsoft.com/office/powerpoint/2010/main" val="15936358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AB87A5-BFE0-3BD1-BD00-7B7288AFFC9B}"/>
              </a:ext>
            </a:extLst>
          </p:cNvPr>
          <p:cNvSpPr>
            <a:spLocks noGrp="1"/>
          </p:cNvSpPr>
          <p:nvPr>
            <p:ph type="title"/>
          </p:nvPr>
        </p:nvSpPr>
        <p:spPr>
          <a:xfrm>
            <a:off x="232552" y="119535"/>
            <a:ext cx="9269025" cy="685137"/>
          </a:xfrm>
        </p:spPr>
        <p:txBody>
          <a:bodyPr>
            <a:normAutofit fontScale="90000"/>
          </a:bodyPr>
          <a:lstStyle/>
          <a:p>
            <a:r>
              <a:rPr lang="en-AU" dirty="0">
                <a:latin typeface="Canela-Light"/>
              </a:rPr>
              <a:t>Module Decommissioning Process</a:t>
            </a:r>
          </a:p>
        </p:txBody>
      </p:sp>
      <p:sp>
        <p:nvSpPr>
          <p:cNvPr id="4" name="TextBox 18">
            <a:extLst>
              <a:ext uri="{FF2B5EF4-FFF2-40B4-BE49-F238E27FC236}">
                <a16:creationId xmlns:a16="http://schemas.microsoft.com/office/drawing/2014/main" id="{E33E8A90-997D-7CF1-4200-FAAA28B41407}"/>
              </a:ext>
            </a:extLst>
          </p:cNvPr>
          <p:cNvSpPr txBox="1"/>
          <p:nvPr/>
        </p:nvSpPr>
        <p:spPr>
          <a:xfrm>
            <a:off x="479440" y="804672"/>
            <a:ext cx="11316320" cy="5555367"/>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1000"/>
              </a:spcAft>
              <a:buClr>
                <a:srgbClr val="CDFF00"/>
              </a:buClr>
            </a:pPr>
            <a:endParaRPr lang="en-AU" sz="2400" b="1" dirty="0">
              <a:solidFill>
                <a:schemeClr val="bg1"/>
              </a:solidFill>
              <a:latin typeface="Aptos Display"/>
              <a:ea typeface="Calibri"/>
              <a:cs typeface="Calibri"/>
            </a:endParaRPr>
          </a:p>
          <a:p>
            <a:pPr>
              <a:spcAft>
                <a:spcPts val="1000"/>
              </a:spcAft>
              <a:buClr>
                <a:srgbClr val="CDFF00"/>
              </a:buClr>
            </a:pPr>
            <a:r>
              <a:rPr lang="en-AU" sz="2400" b="1" dirty="0">
                <a:solidFill>
                  <a:schemeClr val="bg1"/>
                </a:solidFill>
                <a:latin typeface="Aptos Display"/>
                <a:ea typeface="Calibri"/>
                <a:cs typeface="Calibri"/>
              </a:rPr>
              <a:t>Integrity Stage 1&amp;2 as an example:</a:t>
            </a:r>
          </a:p>
          <a:p>
            <a:pPr marL="800100" lvl="1" indent="-342900">
              <a:spcAft>
                <a:spcPts val="1000"/>
              </a:spcAft>
              <a:buClr>
                <a:srgbClr val="CDFF00"/>
              </a:buClr>
              <a:buFont typeface="Courier New" panose="02070309020205020404" pitchFamily="49" charset="0"/>
              <a:buChar char="o"/>
            </a:pPr>
            <a:r>
              <a:rPr lang="en-AU" sz="2400" dirty="0">
                <a:solidFill>
                  <a:srgbClr val="FFFFFF"/>
                </a:solidFill>
              </a:rPr>
              <a:t>Disable and/or remove portals and functions</a:t>
            </a:r>
          </a:p>
          <a:p>
            <a:pPr marL="800100" lvl="1" indent="-342900">
              <a:spcAft>
                <a:spcPts val="1000"/>
              </a:spcAft>
              <a:buClr>
                <a:srgbClr val="CDFF00"/>
              </a:buClr>
              <a:buFont typeface="Courier New" panose="02070309020205020404" pitchFamily="49" charset="0"/>
              <a:buChar char="o"/>
            </a:pPr>
            <a:r>
              <a:rPr lang="en-AU" sz="2400" dirty="0">
                <a:solidFill>
                  <a:srgbClr val="FFFFFF"/>
                </a:solidFill>
              </a:rPr>
              <a:t>Allow processing to complete on all in flight asqanet Case records</a:t>
            </a:r>
          </a:p>
          <a:p>
            <a:pPr marL="800100" lvl="1" indent="-342900">
              <a:spcAft>
                <a:spcPts val="1000"/>
              </a:spcAft>
              <a:buClr>
                <a:srgbClr val="CDFF00"/>
              </a:buClr>
              <a:buFont typeface="Courier New" panose="02070309020205020404" pitchFamily="49" charset="0"/>
              <a:buChar char="o"/>
            </a:pPr>
            <a:r>
              <a:rPr lang="en-AU" sz="2400" dirty="0">
                <a:solidFill>
                  <a:srgbClr val="FFFFFF"/>
                </a:solidFill>
              </a:rPr>
              <a:t>Make asqanet module data read-only</a:t>
            </a:r>
          </a:p>
          <a:p>
            <a:pPr marL="800100" lvl="1" indent="-342900">
              <a:spcAft>
                <a:spcPts val="1000"/>
              </a:spcAft>
              <a:buClr>
                <a:srgbClr val="CDFF00"/>
              </a:buClr>
              <a:buFont typeface="Courier New" panose="02070309020205020404" pitchFamily="49" charset="0"/>
              <a:buChar char="o"/>
            </a:pPr>
            <a:r>
              <a:rPr lang="en-AU" sz="2400" dirty="0">
                <a:solidFill>
                  <a:srgbClr val="FFFFFF"/>
                </a:solidFill>
              </a:rPr>
              <a:t>Build integration between ARMS and asqanet if required. e.g. Referrals for other teams (Compliance Monitoring etc.)</a:t>
            </a:r>
          </a:p>
          <a:p>
            <a:pPr marL="800100" lvl="1" indent="-342900">
              <a:spcAft>
                <a:spcPts val="1000"/>
              </a:spcAft>
              <a:buClr>
                <a:srgbClr val="CDFF00"/>
              </a:buClr>
              <a:buFont typeface="Courier New" panose="02070309020205020404" pitchFamily="49" charset="0"/>
              <a:buChar char="o"/>
            </a:pPr>
            <a:r>
              <a:rPr lang="en-AU" sz="2400" b="1" dirty="0">
                <a:solidFill>
                  <a:srgbClr val="FFFFFF"/>
                </a:solidFill>
              </a:rPr>
              <a:t>Visualise</a:t>
            </a:r>
            <a:r>
              <a:rPr lang="en-AU" sz="2400" dirty="0">
                <a:solidFill>
                  <a:srgbClr val="FFFFFF"/>
                </a:solidFill>
              </a:rPr>
              <a:t> legacy asqanet data into ARMS</a:t>
            </a:r>
          </a:p>
          <a:p>
            <a:pPr marL="800100" lvl="1" indent="-342900">
              <a:spcAft>
                <a:spcPts val="1000"/>
              </a:spcAft>
              <a:buClr>
                <a:srgbClr val="CDFF00"/>
              </a:buClr>
              <a:buFont typeface="Courier New" panose="02070309020205020404" pitchFamily="49" charset="0"/>
              <a:buChar char="o"/>
            </a:pPr>
            <a:r>
              <a:rPr lang="en-AU" sz="2400" dirty="0">
                <a:solidFill>
                  <a:srgbClr val="FFFFFF"/>
                </a:solidFill>
              </a:rPr>
              <a:t>File documents/records in SharePoint/CastlePoint EDRMS</a:t>
            </a:r>
          </a:p>
          <a:p>
            <a:pPr marL="800100" lvl="1" indent="-342900">
              <a:spcAft>
                <a:spcPts val="1000"/>
              </a:spcAft>
              <a:buClr>
                <a:srgbClr val="CDFF00"/>
              </a:buClr>
              <a:buFont typeface="Courier New" panose="02070309020205020404" pitchFamily="49" charset="0"/>
              <a:buChar char="o"/>
            </a:pPr>
            <a:r>
              <a:rPr lang="en-AU" sz="2400" dirty="0">
                <a:solidFill>
                  <a:srgbClr val="FFFFFF"/>
                </a:solidFill>
              </a:rPr>
              <a:t>People leaders support pack developed to support the change management process </a:t>
            </a:r>
          </a:p>
          <a:p>
            <a:pPr lvl="1">
              <a:spcAft>
                <a:spcPts val="1000"/>
              </a:spcAft>
              <a:buClr>
                <a:srgbClr val="CDFF00"/>
              </a:buClr>
            </a:pPr>
            <a:endParaRPr lang="en-AU" sz="1600" dirty="0">
              <a:solidFill>
                <a:srgbClr val="FFFFFF"/>
              </a:solidFill>
              <a:cs typeface="Arial"/>
            </a:endParaRPr>
          </a:p>
        </p:txBody>
      </p:sp>
    </p:spTree>
    <p:extLst>
      <p:ext uri="{BB962C8B-B14F-4D97-AF65-F5344CB8AC3E}">
        <p14:creationId xmlns:p14="http://schemas.microsoft.com/office/powerpoint/2010/main" val="15621039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Placeholder 13">
            <a:extLst>
              <a:ext uri="{FF2B5EF4-FFF2-40B4-BE49-F238E27FC236}">
                <a16:creationId xmlns:a16="http://schemas.microsoft.com/office/drawing/2014/main" id="{56943436-1DDB-E46C-E06B-45E93E51113F}"/>
              </a:ext>
            </a:extLst>
          </p:cNvPr>
          <p:cNvSpPr>
            <a:spLocks noGrp="1"/>
          </p:cNvSpPr>
          <p:nvPr>
            <p:ph type="body" sz="quarter" idx="10"/>
          </p:nvPr>
        </p:nvSpPr>
        <p:spPr>
          <a:xfrm>
            <a:off x="611063" y="202834"/>
            <a:ext cx="7947025" cy="933450"/>
          </a:xfrm>
        </p:spPr>
        <p:txBody>
          <a:bodyPr>
            <a:normAutofit/>
          </a:bodyPr>
          <a:lstStyle/>
          <a:p>
            <a:pPr marL="0" indent="0">
              <a:buNone/>
            </a:pPr>
            <a:r>
              <a:rPr lang="en-AU" dirty="0">
                <a:latin typeface="Canela Light"/>
              </a:rPr>
              <a:t>Current State</a:t>
            </a:r>
            <a:endParaRPr lang="en-US" dirty="0"/>
          </a:p>
        </p:txBody>
      </p:sp>
      <p:pic>
        <p:nvPicPr>
          <p:cNvPr id="2" name="Picture 1">
            <a:extLst>
              <a:ext uri="{FF2B5EF4-FFF2-40B4-BE49-F238E27FC236}">
                <a16:creationId xmlns:a16="http://schemas.microsoft.com/office/drawing/2014/main" id="{BDC15E28-2569-F7DE-24CA-07CAC642FBEC}"/>
              </a:ext>
            </a:extLst>
          </p:cNvPr>
          <p:cNvPicPr>
            <a:picLocks noChangeAspect="1"/>
          </p:cNvPicPr>
          <p:nvPr/>
        </p:nvPicPr>
        <p:blipFill>
          <a:blip r:embed="rId3"/>
          <a:stretch>
            <a:fillRect/>
          </a:stretch>
        </p:blipFill>
        <p:spPr>
          <a:xfrm>
            <a:off x="3444875" y="942975"/>
            <a:ext cx="3545666" cy="5807441"/>
          </a:xfrm>
          <a:prstGeom prst="rect">
            <a:avLst/>
          </a:prstGeom>
        </p:spPr>
      </p:pic>
      <p:sp>
        <p:nvSpPr>
          <p:cNvPr id="8" name="Rectangle: Rounded Corners 7">
            <a:extLst>
              <a:ext uri="{FF2B5EF4-FFF2-40B4-BE49-F238E27FC236}">
                <a16:creationId xmlns:a16="http://schemas.microsoft.com/office/drawing/2014/main" id="{34EE44FE-7C45-B198-0332-8298706527B3}"/>
              </a:ext>
            </a:extLst>
          </p:cNvPr>
          <p:cNvSpPr/>
          <p:nvPr/>
        </p:nvSpPr>
        <p:spPr>
          <a:xfrm>
            <a:off x="9035336" y="2314687"/>
            <a:ext cx="2870914" cy="208597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AU"/>
          </a:p>
        </p:txBody>
      </p:sp>
      <p:grpSp>
        <p:nvGrpSpPr>
          <p:cNvPr id="4" name="Group 3">
            <a:extLst>
              <a:ext uri="{FF2B5EF4-FFF2-40B4-BE49-F238E27FC236}">
                <a16:creationId xmlns:a16="http://schemas.microsoft.com/office/drawing/2014/main" id="{63B71146-6CC6-7EC7-6906-FADDE9A29723}"/>
              </a:ext>
            </a:extLst>
          </p:cNvPr>
          <p:cNvGrpSpPr/>
          <p:nvPr/>
        </p:nvGrpSpPr>
        <p:grpSpPr>
          <a:xfrm>
            <a:off x="9152748" y="3049517"/>
            <a:ext cx="2670175" cy="673466"/>
            <a:chOff x="349250" y="619125"/>
            <a:chExt cx="2670175" cy="744848"/>
          </a:xfrm>
        </p:grpSpPr>
        <p:sp>
          <p:nvSpPr>
            <p:cNvPr id="5" name="Rectangle: Rounded Corners 4">
              <a:extLst>
                <a:ext uri="{FF2B5EF4-FFF2-40B4-BE49-F238E27FC236}">
                  <a16:creationId xmlns:a16="http://schemas.microsoft.com/office/drawing/2014/main" id="{5403BC81-2866-CABF-B3C5-59992E75EDE0}"/>
                </a:ext>
              </a:extLst>
            </p:cNvPr>
            <p:cNvSpPr/>
            <p:nvPr/>
          </p:nvSpPr>
          <p:spPr>
            <a:xfrm>
              <a:off x="349250" y="619125"/>
              <a:ext cx="2670175" cy="744848"/>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AU" dirty="0"/>
            </a:p>
          </p:txBody>
        </p:sp>
        <p:pic>
          <p:nvPicPr>
            <p:cNvPr id="7" name="Picture 6">
              <a:extLst>
                <a:ext uri="{FF2B5EF4-FFF2-40B4-BE49-F238E27FC236}">
                  <a16:creationId xmlns:a16="http://schemas.microsoft.com/office/drawing/2014/main" id="{BEB88CE3-0F1B-D725-B7FE-D15DC8B524CE}"/>
                </a:ext>
              </a:extLst>
            </p:cNvPr>
            <p:cNvPicPr>
              <a:picLocks noChangeAspect="1"/>
            </p:cNvPicPr>
            <p:nvPr/>
          </p:nvPicPr>
          <p:blipFill>
            <a:blip r:embed="rId4"/>
            <a:stretch>
              <a:fillRect/>
            </a:stretch>
          </p:blipFill>
          <p:spPr>
            <a:xfrm>
              <a:off x="425407" y="662605"/>
              <a:ext cx="2565443" cy="653743"/>
            </a:xfrm>
            <a:prstGeom prst="rect">
              <a:avLst/>
            </a:prstGeom>
          </p:spPr>
        </p:pic>
      </p:grpSp>
      <p:grpSp>
        <p:nvGrpSpPr>
          <p:cNvPr id="12" name="Group 11">
            <a:extLst>
              <a:ext uri="{FF2B5EF4-FFF2-40B4-BE49-F238E27FC236}">
                <a16:creationId xmlns:a16="http://schemas.microsoft.com/office/drawing/2014/main" id="{62137EEE-6EE5-C2E2-56F0-EC110C219D5F}"/>
              </a:ext>
            </a:extLst>
          </p:cNvPr>
          <p:cNvGrpSpPr/>
          <p:nvPr/>
        </p:nvGrpSpPr>
        <p:grpSpPr>
          <a:xfrm>
            <a:off x="9035336" y="5466488"/>
            <a:ext cx="1111125" cy="1188678"/>
            <a:chOff x="7564375" y="906822"/>
            <a:chExt cx="1111125" cy="1188678"/>
          </a:xfrm>
        </p:grpSpPr>
        <p:sp>
          <p:nvSpPr>
            <p:cNvPr id="11" name="Rectangle: Rounded Corners 10">
              <a:extLst>
                <a:ext uri="{FF2B5EF4-FFF2-40B4-BE49-F238E27FC236}">
                  <a16:creationId xmlns:a16="http://schemas.microsoft.com/office/drawing/2014/main" id="{34E87360-631F-C33E-FE92-425AA8B22C33}"/>
                </a:ext>
              </a:extLst>
            </p:cNvPr>
            <p:cNvSpPr/>
            <p:nvPr/>
          </p:nvSpPr>
          <p:spPr>
            <a:xfrm>
              <a:off x="7564375" y="906822"/>
              <a:ext cx="1111125" cy="1188678"/>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AU"/>
            </a:p>
          </p:txBody>
        </p:sp>
        <p:pic>
          <p:nvPicPr>
            <p:cNvPr id="10" name="Picture 9">
              <a:extLst>
                <a:ext uri="{FF2B5EF4-FFF2-40B4-BE49-F238E27FC236}">
                  <a16:creationId xmlns:a16="http://schemas.microsoft.com/office/drawing/2014/main" id="{0CC21880-4F5A-9CDA-1845-244B7CF34ADE}"/>
                </a:ext>
              </a:extLst>
            </p:cNvPr>
            <p:cNvPicPr>
              <a:picLocks noChangeAspect="1"/>
            </p:cNvPicPr>
            <p:nvPr/>
          </p:nvPicPr>
          <p:blipFill>
            <a:blip r:embed="rId5"/>
            <a:stretch>
              <a:fillRect/>
            </a:stretch>
          </p:blipFill>
          <p:spPr>
            <a:xfrm>
              <a:off x="7681788" y="952500"/>
              <a:ext cx="876300" cy="1143000"/>
            </a:xfrm>
            <a:prstGeom prst="rect">
              <a:avLst/>
            </a:prstGeom>
          </p:spPr>
        </p:pic>
      </p:grpSp>
      <p:cxnSp>
        <p:nvCxnSpPr>
          <p:cNvPr id="15" name="Straight Arrow Connector 14">
            <a:extLst>
              <a:ext uri="{FF2B5EF4-FFF2-40B4-BE49-F238E27FC236}">
                <a16:creationId xmlns:a16="http://schemas.microsoft.com/office/drawing/2014/main" id="{D6D30180-3520-1CB1-B085-014A61B1BE44}"/>
              </a:ext>
            </a:extLst>
          </p:cNvPr>
          <p:cNvCxnSpPr/>
          <p:nvPr/>
        </p:nvCxnSpPr>
        <p:spPr>
          <a:xfrm>
            <a:off x="6990541" y="2857500"/>
            <a:ext cx="2044795" cy="0"/>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cxnSp>
        <p:nvCxnSpPr>
          <p:cNvPr id="16" name="Straight Arrow Connector 15">
            <a:extLst>
              <a:ext uri="{FF2B5EF4-FFF2-40B4-BE49-F238E27FC236}">
                <a16:creationId xmlns:a16="http://schemas.microsoft.com/office/drawing/2014/main" id="{D34231B5-16A4-514B-78B1-E7A4D2426BC4}"/>
              </a:ext>
            </a:extLst>
          </p:cNvPr>
          <p:cNvCxnSpPr>
            <a:cxnSpLocks/>
            <a:stCxn id="8" idx="1"/>
          </p:cNvCxnSpPr>
          <p:nvPr/>
        </p:nvCxnSpPr>
        <p:spPr>
          <a:xfrm flipH="1" flipV="1">
            <a:off x="6990541" y="3357674"/>
            <a:ext cx="2044795" cy="1"/>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sp>
        <p:nvSpPr>
          <p:cNvPr id="20" name="Rectangle: Rounded Corners 19">
            <a:extLst>
              <a:ext uri="{FF2B5EF4-FFF2-40B4-BE49-F238E27FC236}">
                <a16:creationId xmlns:a16="http://schemas.microsoft.com/office/drawing/2014/main" id="{C6B0AE91-45EB-7F0C-37E7-45028BDCCB26}"/>
              </a:ext>
            </a:extLst>
          </p:cNvPr>
          <p:cNvSpPr/>
          <p:nvPr/>
        </p:nvSpPr>
        <p:spPr>
          <a:xfrm>
            <a:off x="259127" y="2298797"/>
            <a:ext cx="2047079" cy="138112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AU" sz="1600" dirty="0"/>
          </a:p>
          <a:p>
            <a:pPr algn="ctr"/>
            <a:r>
              <a:rPr lang="en-AU" sz="1600" dirty="0"/>
              <a:t>Provider Registration Management portal</a:t>
            </a:r>
          </a:p>
        </p:txBody>
      </p:sp>
      <p:pic>
        <p:nvPicPr>
          <p:cNvPr id="22" name="Picture 21">
            <a:extLst>
              <a:ext uri="{FF2B5EF4-FFF2-40B4-BE49-F238E27FC236}">
                <a16:creationId xmlns:a16="http://schemas.microsoft.com/office/drawing/2014/main" id="{EC60C348-F3A9-7E4E-D5F9-0B5EF6807DEC}"/>
              </a:ext>
            </a:extLst>
          </p:cNvPr>
          <p:cNvPicPr>
            <a:picLocks noChangeAspect="1"/>
          </p:cNvPicPr>
          <p:nvPr/>
        </p:nvPicPr>
        <p:blipFill>
          <a:blip r:embed="rId6"/>
          <a:stretch>
            <a:fillRect/>
          </a:stretch>
        </p:blipFill>
        <p:spPr>
          <a:xfrm>
            <a:off x="698364" y="2425692"/>
            <a:ext cx="1149409" cy="292115"/>
          </a:xfrm>
          <a:prstGeom prst="rect">
            <a:avLst/>
          </a:prstGeom>
        </p:spPr>
      </p:pic>
      <p:sp>
        <p:nvSpPr>
          <p:cNvPr id="25" name="Rectangle: Rounded Corners 24">
            <a:extLst>
              <a:ext uri="{FF2B5EF4-FFF2-40B4-BE49-F238E27FC236}">
                <a16:creationId xmlns:a16="http://schemas.microsoft.com/office/drawing/2014/main" id="{447FC44B-86FA-A848-2DCC-DD0DB63CDF47}"/>
              </a:ext>
            </a:extLst>
          </p:cNvPr>
          <p:cNvSpPr/>
          <p:nvPr/>
        </p:nvSpPr>
        <p:spPr>
          <a:xfrm>
            <a:off x="278239" y="4222847"/>
            <a:ext cx="2047079" cy="138112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AU" sz="1600" dirty="0"/>
          </a:p>
          <a:p>
            <a:pPr algn="ctr"/>
            <a:r>
              <a:rPr lang="en-AU" sz="1600" dirty="0"/>
              <a:t>Stakeholder Complaint portal</a:t>
            </a:r>
          </a:p>
        </p:txBody>
      </p:sp>
      <p:pic>
        <p:nvPicPr>
          <p:cNvPr id="24" name="Picture 23">
            <a:extLst>
              <a:ext uri="{FF2B5EF4-FFF2-40B4-BE49-F238E27FC236}">
                <a16:creationId xmlns:a16="http://schemas.microsoft.com/office/drawing/2014/main" id="{02392B0C-7BF6-BDF2-D381-4F9D7596C0E5}"/>
              </a:ext>
            </a:extLst>
          </p:cNvPr>
          <p:cNvPicPr>
            <a:picLocks noChangeAspect="1"/>
          </p:cNvPicPr>
          <p:nvPr/>
        </p:nvPicPr>
        <p:blipFill>
          <a:blip r:embed="rId7"/>
          <a:stretch>
            <a:fillRect/>
          </a:stretch>
        </p:blipFill>
        <p:spPr>
          <a:xfrm>
            <a:off x="483809" y="4352021"/>
            <a:ext cx="1714255" cy="284891"/>
          </a:xfrm>
          <a:prstGeom prst="rect">
            <a:avLst/>
          </a:prstGeom>
        </p:spPr>
      </p:pic>
      <p:cxnSp>
        <p:nvCxnSpPr>
          <p:cNvPr id="26" name="Straight Arrow Connector 25">
            <a:extLst>
              <a:ext uri="{FF2B5EF4-FFF2-40B4-BE49-F238E27FC236}">
                <a16:creationId xmlns:a16="http://schemas.microsoft.com/office/drawing/2014/main" id="{BB50430F-0BBF-F356-1606-BCD6C4789B96}"/>
              </a:ext>
            </a:extLst>
          </p:cNvPr>
          <p:cNvCxnSpPr>
            <a:cxnSpLocks/>
          </p:cNvCxnSpPr>
          <p:nvPr/>
        </p:nvCxnSpPr>
        <p:spPr>
          <a:xfrm>
            <a:off x="2306206" y="3049517"/>
            <a:ext cx="1138669" cy="0"/>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cxnSp>
        <p:nvCxnSpPr>
          <p:cNvPr id="28" name="Straight Arrow Connector 27">
            <a:extLst>
              <a:ext uri="{FF2B5EF4-FFF2-40B4-BE49-F238E27FC236}">
                <a16:creationId xmlns:a16="http://schemas.microsoft.com/office/drawing/2014/main" id="{DA2C9ABD-268E-C122-017C-CA800BEB8C3A}"/>
              </a:ext>
            </a:extLst>
          </p:cNvPr>
          <p:cNvCxnSpPr>
            <a:cxnSpLocks/>
          </p:cNvCxnSpPr>
          <p:nvPr/>
        </p:nvCxnSpPr>
        <p:spPr>
          <a:xfrm flipH="1">
            <a:off x="2306206" y="3384376"/>
            <a:ext cx="1138669" cy="0"/>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cxnSp>
        <p:nvCxnSpPr>
          <p:cNvPr id="32" name="Straight Arrow Connector 31">
            <a:extLst>
              <a:ext uri="{FF2B5EF4-FFF2-40B4-BE49-F238E27FC236}">
                <a16:creationId xmlns:a16="http://schemas.microsoft.com/office/drawing/2014/main" id="{20B630C9-F1E4-1280-726D-681810821987}"/>
              </a:ext>
            </a:extLst>
          </p:cNvPr>
          <p:cNvCxnSpPr>
            <a:cxnSpLocks/>
          </p:cNvCxnSpPr>
          <p:nvPr/>
        </p:nvCxnSpPr>
        <p:spPr>
          <a:xfrm>
            <a:off x="2315730" y="4706867"/>
            <a:ext cx="1138669" cy="0"/>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cxnSp>
        <p:nvCxnSpPr>
          <p:cNvPr id="33" name="Straight Arrow Connector 32">
            <a:extLst>
              <a:ext uri="{FF2B5EF4-FFF2-40B4-BE49-F238E27FC236}">
                <a16:creationId xmlns:a16="http://schemas.microsoft.com/office/drawing/2014/main" id="{7DBFB653-1BF7-8BAD-7E27-981074E12D9E}"/>
              </a:ext>
            </a:extLst>
          </p:cNvPr>
          <p:cNvCxnSpPr>
            <a:cxnSpLocks/>
          </p:cNvCxnSpPr>
          <p:nvPr/>
        </p:nvCxnSpPr>
        <p:spPr>
          <a:xfrm flipH="1">
            <a:off x="2315730" y="5041726"/>
            <a:ext cx="1138669" cy="0"/>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cxnSp>
        <p:nvCxnSpPr>
          <p:cNvPr id="34" name="Straight Arrow Connector 33">
            <a:extLst>
              <a:ext uri="{FF2B5EF4-FFF2-40B4-BE49-F238E27FC236}">
                <a16:creationId xmlns:a16="http://schemas.microsoft.com/office/drawing/2014/main" id="{F8006579-9800-1A1E-C8F6-6B013AE9397F}"/>
              </a:ext>
            </a:extLst>
          </p:cNvPr>
          <p:cNvCxnSpPr>
            <a:cxnSpLocks/>
            <a:endCxn id="11" idx="1"/>
          </p:cNvCxnSpPr>
          <p:nvPr/>
        </p:nvCxnSpPr>
        <p:spPr>
          <a:xfrm flipV="1">
            <a:off x="6990541" y="6060827"/>
            <a:ext cx="2044795" cy="1517"/>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spTree>
    <p:extLst>
      <p:ext uri="{BB962C8B-B14F-4D97-AF65-F5344CB8AC3E}">
        <p14:creationId xmlns:p14="http://schemas.microsoft.com/office/powerpoint/2010/main" val="2521329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Placeholder 13">
            <a:extLst>
              <a:ext uri="{FF2B5EF4-FFF2-40B4-BE49-F238E27FC236}">
                <a16:creationId xmlns:a16="http://schemas.microsoft.com/office/drawing/2014/main" id="{56943436-1DDB-E46C-E06B-45E93E51113F}"/>
              </a:ext>
            </a:extLst>
          </p:cNvPr>
          <p:cNvSpPr>
            <a:spLocks noGrp="1"/>
          </p:cNvSpPr>
          <p:nvPr>
            <p:ph type="body" sz="quarter" idx="10"/>
          </p:nvPr>
        </p:nvSpPr>
        <p:spPr>
          <a:xfrm>
            <a:off x="611063" y="202834"/>
            <a:ext cx="9090721" cy="933450"/>
          </a:xfrm>
        </p:spPr>
        <p:txBody>
          <a:bodyPr>
            <a:normAutofit fontScale="85000" lnSpcReduction="10000"/>
          </a:bodyPr>
          <a:lstStyle/>
          <a:p>
            <a:pPr marL="0" indent="0">
              <a:buNone/>
            </a:pPr>
            <a:r>
              <a:rPr lang="en-AU" dirty="0">
                <a:latin typeface="Canela Light"/>
              </a:rPr>
              <a:t>Increment (PI) Decommissioning - Integrity</a:t>
            </a:r>
            <a:endParaRPr lang="en-US" dirty="0"/>
          </a:p>
        </p:txBody>
      </p:sp>
      <p:pic>
        <p:nvPicPr>
          <p:cNvPr id="2" name="Picture 1">
            <a:extLst>
              <a:ext uri="{FF2B5EF4-FFF2-40B4-BE49-F238E27FC236}">
                <a16:creationId xmlns:a16="http://schemas.microsoft.com/office/drawing/2014/main" id="{BDC15E28-2569-F7DE-24CA-07CAC642FBEC}"/>
              </a:ext>
            </a:extLst>
          </p:cNvPr>
          <p:cNvPicPr>
            <a:picLocks noChangeAspect="1"/>
          </p:cNvPicPr>
          <p:nvPr/>
        </p:nvPicPr>
        <p:blipFill>
          <a:blip r:embed="rId3"/>
          <a:stretch>
            <a:fillRect/>
          </a:stretch>
        </p:blipFill>
        <p:spPr>
          <a:xfrm>
            <a:off x="3444875" y="942975"/>
            <a:ext cx="3545666" cy="5807441"/>
          </a:xfrm>
          <a:prstGeom prst="rect">
            <a:avLst/>
          </a:prstGeom>
        </p:spPr>
      </p:pic>
      <p:sp>
        <p:nvSpPr>
          <p:cNvPr id="8" name="Rectangle: Rounded Corners 7">
            <a:extLst>
              <a:ext uri="{FF2B5EF4-FFF2-40B4-BE49-F238E27FC236}">
                <a16:creationId xmlns:a16="http://schemas.microsoft.com/office/drawing/2014/main" id="{34EE44FE-7C45-B198-0332-8298706527B3}"/>
              </a:ext>
            </a:extLst>
          </p:cNvPr>
          <p:cNvSpPr/>
          <p:nvPr/>
        </p:nvSpPr>
        <p:spPr>
          <a:xfrm>
            <a:off x="9035336" y="2314687"/>
            <a:ext cx="2870914" cy="208597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AU"/>
          </a:p>
        </p:txBody>
      </p:sp>
      <p:grpSp>
        <p:nvGrpSpPr>
          <p:cNvPr id="4" name="Group 3">
            <a:extLst>
              <a:ext uri="{FF2B5EF4-FFF2-40B4-BE49-F238E27FC236}">
                <a16:creationId xmlns:a16="http://schemas.microsoft.com/office/drawing/2014/main" id="{63B71146-6CC6-7EC7-6906-FADDE9A29723}"/>
              </a:ext>
            </a:extLst>
          </p:cNvPr>
          <p:cNvGrpSpPr/>
          <p:nvPr/>
        </p:nvGrpSpPr>
        <p:grpSpPr>
          <a:xfrm>
            <a:off x="9152748" y="3049517"/>
            <a:ext cx="2670175" cy="673466"/>
            <a:chOff x="349250" y="619125"/>
            <a:chExt cx="2670175" cy="744848"/>
          </a:xfrm>
        </p:grpSpPr>
        <p:sp>
          <p:nvSpPr>
            <p:cNvPr id="5" name="Rectangle: Rounded Corners 4">
              <a:extLst>
                <a:ext uri="{FF2B5EF4-FFF2-40B4-BE49-F238E27FC236}">
                  <a16:creationId xmlns:a16="http://schemas.microsoft.com/office/drawing/2014/main" id="{5403BC81-2866-CABF-B3C5-59992E75EDE0}"/>
                </a:ext>
              </a:extLst>
            </p:cNvPr>
            <p:cNvSpPr/>
            <p:nvPr/>
          </p:nvSpPr>
          <p:spPr>
            <a:xfrm>
              <a:off x="349250" y="619125"/>
              <a:ext cx="2670175" cy="744848"/>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AU" dirty="0"/>
            </a:p>
          </p:txBody>
        </p:sp>
        <p:pic>
          <p:nvPicPr>
            <p:cNvPr id="7" name="Picture 6">
              <a:extLst>
                <a:ext uri="{FF2B5EF4-FFF2-40B4-BE49-F238E27FC236}">
                  <a16:creationId xmlns:a16="http://schemas.microsoft.com/office/drawing/2014/main" id="{BEB88CE3-0F1B-D725-B7FE-D15DC8B524CE}"/>
                </a:ext>
              </a:extLst>
            </p:cNvPr>
            <p:cNvPicPr>
              <a:picLocks noChangeAspect="1"/>
            </p:cNvPicPr>
            <p:nvPr/>
          </p:nvPicPr>
          <p:blipFill>
            <a:blip r:embed="rId4"/>
            <a:stretch>
              <a:fillRect/>
            </a:stretch>
          </p:blipFill>
          <p:spPr>
            <a:xfrm>
              <a:off x="425407" y="662605"/>
              <a:ext cx="2565443" cy="653743"/>
            </a:xfrm>
            <a:prstGeom prst="rect">
              <a:avLst/>
            </a:prstGeom>
          </p:spPr>
        </p:pic>
      </p:grpSp>
      <p:grpSp>
        <p:nvGrpSpPr>
          <p:cNvPr id="12" name="Group 11">
            <a:extLst>
              <a:ext uri="{FF2B5EF4-FFF2-40B4-BE49-F238E27FC236}">
                <a16:creationId xmlns:a16="http://schemas.microsoft.com/office/drawing/2014/main" id="{62137EEE-6EE5-C2E2-56F0-EC110C219D5F}"/>
              </a:ext>
            </a:extLst>
          </p:cNvPr>
          <p:cNvGrpSpPr/>
          <p:nvPr/>
        </p:nvGrpSpPr>
        <p:grpSpPr>
          <a:xfrm>
            <a:off x="9035336" y="5466488"/>
            <a:ext cx="1111125" cy="1188678"/>
            <a:chOff x="7564375" y="906822"/>
            <a:chExt cx="1111125" cy="1188678"/>
          </a:xfrm>
        </p:grpSpPr>
        <p:sp>
          <p:nvSpPr>
            <p:cNvPr id="11" name="Rectangle: Rounded Corners 10">
              <a:extLst>
                <a:ext uri="{FF2B5EF4-FFF2-40B4-BE49-F238E27FC236}">
                  <a16:creationId xmlns:a16="http://schemas.microsoft.com/office/drawing/2014/main" id="{34E87360-631F-C33E-FE92-425AA8B22C33}"/>
                </a:ext>
              </a:extLst>
            </p:cNvPr>
            <p:cNvSpPr/>
            <p:nvPr/>
          </p:nvSpPr>
          <p:spPr>
            <a:xfrm>
              <a:off x="7564375" y="906822"/>
              <a:ext cx="1111125" cy="1188678"/>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AU"/>
            </a:p>
          </p:txBody>
        </p:sp>
        <p:pic>
          <p:nvPicPr>
            <p:cNvPr id="10" name="Picture 9">
              <a:extLst>
                <a:ext uri="{FF2B5EF4-FFF2-40B4-BE49-F238E27FC236}">
                  <a16:creationId xmlns:a16="http://schemas.microsoft.com/office/drawing/2014/main" id="{0CC21880-4F5A-9CDA-1845-244B7CF34ADE}"/>
                </a:ext>
              </a:extLst>
            </p:cNvPr>
            <p:cNvPicPr>
              <a:picLocks noChangeAspect="1"/>
            </p:cNvPicPr>
            <p:nvPr/>
          </p:nvPicPr>
          <p:blipFill>
            <a:blip r:embed="rId5"/>
            <a:stretch>
              <a:fillRect/>
            </a:stretch>
          </p:blipFill>
          <p:spPr>
            <a:xfrm>
              <a:off x="7681788" y="952500"/>
              <a:ext cx="876300" cy="1143000"/>
            </a:xfrm>
            <a:prstGeom prst="rect">
              <a:avLst/>
            </a:prstGeom>
          </p:spPr>
        </p:pic>
      </p:grpSp>
      <p:cxnSp>
        <p:nvCxnSpPr>
          <p:cNvPr id="15" name="Straight Arrow Connector 14">
            <a:extLst>
              <a:ext uri="{FF2B5EF4-FFF2-40B4-BE49-F238E27FC236}">
                <a16:creationId xmlns:a16="http://schemas.microsoft.com/office/drawing/2014/main" id="{D6D30180-3520-1CB1-B085-014A61B1BE44}"/>
              </a:ext>
            </a:extLst>
          </p:cNvPr>
          <p:cNvCxnSpPr/>
          <p:nvPr/>
        </p:nvCxnSpPr>
        <p:spPr>
          <a:xfrm>
            <a:off x="6990541" y="2857500"/>
            <a:ext cx="2044795" cy="0"/>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cxnSp>
        <p:nvCxnSpPr>
          <p:cNvPr id="16" name="Straight Arrow Connector 15">
            <a:extLst>
              <a:ext uri="{FF2B5EF4-FFF2-40B4-BE49-F238E27FC236}">
                <a16:creationId xmlns:a16="http://schemas.microsoft.com/office/drawing/2014/main" id="{D34231B5-16A4-514B-78B1-E7A4D2426BC4}"/>
              </a:ext>
            </a:extLst>
          </p:cNvPr>
          <p:cNvCxnSpPr>
            <a:cxnSpLocks/>
            <a:stCxn id="8" idx="1"/>
          </p:cNvCxnSpPr>
          <p:nvPr/>
        </p:nvCxnSpPr>
        <p:spPr>
          <a:xfrm flipH="1" flipV="1">
            <a:off x="6990541" y="3357674"/>
            <a:ext cx="2044795" cy="1"/>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sp>
        <p:nvSpPr>
          <p:cNvPr id="20" name="Rectangle: Rounded Corners 19">
            <a:extLst>
              <a:ext uri="{FF2B5EF4-FFF2-40B4-BE49-F238E27FC236}">
                <a16:creationId xmlns:a16="http://schemas.microsoft.com/office/drawing/2014/main" id="{C6B0AE91-45EB-7F0C-37E7-45028BDCCB26}"/>
              </a:ext>
            </a:extLst>
          </p:cNvPr>
          <p:cNvSpPr/>
          <p:nvPr/>
        </p:nvSpPr>
        <p:spPr>
          <a:xfrm>
            <a:off x="259127" y="2298797"/>
            <a:ext cx="2047079" cy="138112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AU" sz="1600" dirty="0"/>
          </a:p>
          <a:p>
            <a:pPr algn="ctr"/>
            <a:r>
              <a:rPr lang="en-AU" sz="1600" dirty="0"/>
              <a:t>Provider Registration Management portal</a:t>
            </a:r>
          </a:p>
        </p:txBody>
      </p:sp>
      <p:pic>
        <p:nvPicPr>
          <p:cNvPr id="22" name="Picture 21">
            <a:extLst>
              <a:ext uri="{FF2B5EF4-FFF2-40B4-BE49-F238E27FC236}">
                <a16:creationId xmlns:a16="http://schemas.microsoft.com/office/drawing/2014/main" id="{EC60C348-F3A9-7E4E-D5F9-0B5EF6807DEC}"/>
              </a:ext>
            </a:extLst>
          </p:cNvPr>
          <p:cNvPicPr>
            <a:picLocks noChangeAspect="1"/>
          </p:cNvPicPr>
          <p:nvPr/>
        </p:nvPicPr>
        <p:blipFill>
          <a:blip r:embed="rId6"/>
          <a:stretch>
            <a:fillRect/>
          </a:stretch>
        </p:blipFill>
        <p:spPr>
          <a:xfrm>
            <a:off x="698364" y="2425692"/>
            <a:ext cx="1149409" cy="292115"/>
          </a:xfrm>
          <a:prstGeom prst="rect">
            <a:avLst/>
          </a:prstGeom>
        </p:spPr>
      </p:pic>
      <p:sp>
        <p:nvSpPr>
          <p:cNvPr id="25" name="Rectangle: Rounded Corners 24">
            <a:extLst>
              <a:ext uri="{FF2B5EF4-FFF2-40B4-BE49-F238E27FC236}">
                <a16:creationId xmlns:a16="http://schemas.microsoft.com/office/drawing/2014/main" id="{447FC44B-86FA-A848-2DCC-DD0DB63CDF47}"/>
              </a:ext>
            </a:extLst>
          </p:cNvPr>
          <p:cNvSpPr/>
          <p:nvPr/>
        </p:nvSpPr>
        <p:spPr>
          <a:xfrm>
            <a:off x="278239" y="4222847"/>
            <a:ext cx="2047079" cy="138112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AU" sz="1600" dirty="0"/>
          </a:p>
          <a:p>
            <a:pPr algn="ctr"/>
            <a:r>
              <a:rPr lang="en-AU" sz="1600" dirty="0"/>
              <a:t>Stakeholder Complaint portal</a:t>
            </a:r>
          </a:p>
        </p:txBody>
      </p:sp>
      <p:pic>
        <p:nvPicPr>
          <p:cNvPr id="24" name="Picture 23">
            <a:extLst>
              <a:ext uri="{FF2B5EF4-FFF2-40B4-BE49-F238E27FC236}">
                <a16:creationId xmlns:a16="http://schemas.microsoft.com/office/drawing/2014/main" id="{02392B0C-7BF6-BDF2-D381-4F9D7596C0E5}"/>
              </a:ext>
            </a:extLst>
          </p:cNvPr>
          <p:cNvPicPr>
            <a:picLocks noChangeAspect="1"/>
          </p:cNvPicPr>
          <p:nvPr/>
        </p:nvPicPr>
        <p:blipFill>
          <a:blip r:embed="rId7"/>
          <a:stretch>
            <a:fillRect/>
          </a:stretch>
        </p:blipFill>
        <p:spPr>
          <a:xfrm>
            <a:off x="483809" y="4352021"/>
            <a:ext cx="1714255" cy="284891"/>
          </a:xfrm>
          <a:prstGeom prst="rect">
            <a:avLst/>
          </a:prstGeom>
        </p:spPr>
      </p:pic>
      <p:cxnSp>
        <p:nvCxnSpPr>
          <p:cNvPr id="26" name="Straight Arrow Connector 25">
            <a:extLst>
              <a:ext uri="{FF2B5EF4-FFF2-40B4-BE49-F238E27FC236}">
                <a16:creationId xmlns:a16="http://schemas.microsoft.com/office/drawing/2014/main" id="{BB50430F-0BBF-F356-1606-BCD6C4789B96}"/>
              </a:ext>
            </a:extLst>
          </p:cNvPr>
          <p:cNvCxnSpPr>
            <a:cxnSpLocks/>
          </p:cNvCxnSpPr>
          <p:nvPr/>
        </p:nvCxnSpPr>
        <p:spPr>
          <a:xfrm>
            <a:off x="2306206" y="3049517"/>
            <a:ext cx="1138669" cy="0"/>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cxnSp>
        <p:nvCxnSpPr>
          <p:cNvPr id="28" name="Straight Arrow Connector 27">
            <a:extLst>
              <a:ext uri="{FF2B5EF4-FFF2-40B4-BE49-F238E27FC236}">
                <a16:creationId xmlns:a16="http://schemas.microsoft.com/office/drawing/2014/main" id="{DA2C9ABD-268E-C122-017C-CA800BEB8C3A}"/>
              </a:ext>
            </a:extLst>
          </p:cNvPr>
          <p:cNvCxnSpPr>
            <a:cxnSpLocks/>
          </p:cNvCxnSpPr>
          <p:nvPr/>
        </p:nvCxnSpPr>
        <p:spPr>
          <a:xfrm flipH="1">
            <a:off x="2306206" y="3384376"/>
            <a:ext cx="1138669" cy="0"/>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sp>
        <p:nvSpPr>
          <p:cNvPr id="3" name="Multiplication Sign 2">
            <a:extLst>
              <a:ext uri="{FF2B5EF4-FFF2-40B4-BE49-F238E27FC236}">
                <a16:creationId xmlns:a16="http://schemas.microsoft.com/office/drawing/2014/main" id="{B34D4272-1A17-9F64-C3A9-AD297ABB62A8}"/>
              </a:ext>
            </a:extLst>
          </p:cNvPr>
          <p:cNvSpPr/>
          <p:nvPr/>
        </p:nvSpPr>
        <p:spPr>
          <a:xfrm>
            <a:off x="361950" y="4352021"/>
            <a:ext cx="1953780" cy="1241118"/>
          </a:xfrm>
          <a:prstGeom prst="mathMultiply">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32" name="Straight Arrow Connector 31">
            <a:extLst>
              <a:ext uri="{FF2B5EF4-FFF2-40B4-BE49-F238E27FC236}">
                <a16:creationId xmlns:a16="http://schemas.microsoft.com/office/drawing/2014/main" id="{20B630C9-F1E4-1280-726D-681810821987}"/>
              </a:ext>
            </a:extLst>
          </p:cNvPr>
          <p:cNvCxnSpPr>
            <a:cxnSpLocks/>
          </p:cNvCxnSpPr>
          <p:nvPr/>
        </p:nvCxnSpPr>
        <p:spPr>
          <a:xfrm>
            <a:off x="2315730" y="4706867"/>
            <a:ext cx="1138669" cy="0"/>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cxnSp>
        <p:nvCxnSpPr>
          <p:cNvPr id="33" name="Straight Arrow Connector 32">
            <a:extLst>
              <a:ext uri="{FF2B5EF4-FFF2-40B4-BE49-F238E27FC236}">
                <a16:creationId xmlns:a16="http://schemas.microsoft.com/office/drawing/2014/main" id="{7DBFB653-1BF7-8BAD-7E27-981074E12D9E}"/>
              </a:ext>
            </a:extLst>
          </p:cNvPr>
          <p:cNvCxnSpPr>
            <a:cxnSpLocks/>
          </p:cNvCxnSpPr>
          <p:nvPr/>
        </p:nvCxnSpPr>
        <p:spPr>
          <a:xfrm flipH="1">
            <a:off x="2315730" y="5041726"/>
            <a:ext cx="1138669" cy="0"/>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cxnSp>
        <p:nvCxnSpPr>
          <p:cNvPr id="34" name="Straight Arrow Connector 33">
            <a:extLst>
              <a:ext uri="{FF2B5EF4-FFF2-40B4-BE49-F238E27FC236}">
                <a16:creationId xmlns:a16="http://schemas.microsoft.com/office/drawing/2014/main" id="{F8006579-9800-1A1E-C8F6-6B013AE9397F}"/>
              </a:ext>
            </a:extLst>
          </p:cNvPr>
          <p:cNvCxnSpPr>
            <a:cxnSpLocks/>
            <a:endCxn id="11" idx="1"/>
          </p:cNvCxnSpPr>
          <p:nvPr/>
        </p:nvCxnSpPr>
        <p:spPr>
          <a:xfrm flipV="1">
            <a:off x="6990541" y="6060827"/>
            <a:ext cx="2044795" cy="1517"/>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sp>
        <p:nvSpPr>
          <p:cNvPr id="9" name="Multiplication Sign 8">
            <a:extLst>
              <a:ext uri="{FF2B5EF4-FFF2-40B4-BE49-F238E27FC236}">
                <a16:creationId xmlns:a16="http://schemas.microsoft.com/office/drawing/2014/main" id="{5A4A2E78-E12A-AEC1-380E-727D57E5C1D3}"/>
              </a:ext>
            </a:extLst>
          </p:cNvPr>
          <p:cNvSpPr/>
          <p:nvPr/>
        </p:nvSpPr>
        <p:spPr>
          <a:xfrm>
            <a:off x="5069976" y="3648187"/>
            <a:ext cx="1147942" cy="793847"/>
          </a:xfrm>
          <a:prstGeom prst="mathMultiply">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260488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Placeholder 13">
            <a:extLst>
              <a:ext uri="{FF2B5EF4-FFF2-40B4-BE49-F238E27FC236}">
                <a16:creationId xmlns:a16="http://schemas.microsoft.com/office/drawing/2014/main" id="{56943436-1DDB-E46C-E06B-45E93E51113F}"/>
              </a:ext>
            </a:extLst>
          </p:cNvPr>
          <p:cNvSpPr>
            <a:spLocks noGrp="1"/>
          </p:cNvSpPr>
          <p:nvPr>
            <p:ph type="body" sz="quarter" idx="10"/>
          </p:nvPr>
        </p:nvSpPr>
        <p:spPr>
          <a:xfrm>
            <a:off x="611063" y="202834"/>
            <a:ext cx="7947025" cy="933450"/>
          </a:xfrm>
        </p:spPr>
        <p:txBody>
          <a:bodyPr>
            <a:normAutofit/>
          </a:bodyPr>
          <a:lstStyle/>
          <a:p>
            <a:pPr marL="0" indent="0">
              <a:buNone/>
            </a:pPr>
            <a:r>
              <a:rPr lang="en-AU" dirty="0">
                <a:latin typeface="Canela Light"/>
              </a:rPr>
              <a:t>Transition State 1</a:t>
            </a:r>
            <a:endParaRPr lang="en-US" dirty="0"/>
          </a:p>
        </p:txBody>
      </p:sp>
      <p:pic>
        <p:nvPicPr>
          <p:cNvPr id="2" name="Picture 1">
            <a:extLst>
              <a:ext uri="{FF2B5EF4-FFF2-40B4-BE49-F238E27FC236}">
                <a16:creationId xmlns:a16="http://schemas.microsoft.com/office/drawing/2014/main" id="{BDC15E28-2569-F7DE-24CA-07CAC642FBEC}"/>
              </a:ext>
            </a:extLst>
          </p:cNvPr>
          <p:cNvPicPr>
            <a:picLocks noChangeAspect="1"/>
          </p:cNvPicPr>
          <p:nvPr/>
        </p:nvPicPr>
        <p:blipFill>
          <a:blip r:embed="rId3"/>
          <a:stretch>
            <a:fillRect/>
          </a:stretch>
        </p:blipFill>
        <p:spPr>
          <a:xfrm>
            <a:off x="2121940" y="985838"/>
            <a:ext cx="2983289" cy="4886324"/>
          </a:xfrm>
          <a:prstGeom prst="rect">
            <a:avLst/>
          </a:prstGeom>
        </p:spPr>
      </p:pic>
      <p:grpSp>
        <p:nvGrpSpPr>
          <p:cNvPr id="4" name="Group 3">
            <a:extLst>
              <a:ext uri="{FF2B5EF4-FFF2-40B4-BE49-F238E27FC236}">
                <a16:creationId xmlns:a16="http://schemas.microsoft.com/office/drawing/2014/main" id="{63B71146-6CC6-7EC7-6906-FADDE9A29723}"/>
              </a:ext>
            </a:extLst>
          </p:cNvPr>
          <p:cNvGrpSpPr/>
          <p:nvPr/>
        </p:nvGrpSpPr>
        <p:grpSpPr>
          <a:xfrm>
            <a:off x="5638800" y="319088"/>
            <a:ext cx="2670175" cy="673466"/>
            <a:chOff x="349250" y="619125"/>
            <a:chExt cx="2670175" cy="744848"/>
          </a:xfrm>
        </p:grpSpPr>
        <p:sp>
          <p:nvSpPr>
            <p:cNvPr id="5" name="Rectangle: Rounded Corners 4">
              <a:extLst>
                <a:ext uri="{FF2B5EF4-FFF2-40B4-BE49-F238E27FC236}">
                  <a16:creationId xmlns:a16="http://schemas.microsoft.com/office/drawing/2014/main" id="{5403BC81-2866-CABF-B3C5-59992E75EDE0}"/>
                </a:ext>
              </a:extLst>
            </p:cNvPr>
            <p:cNvSpPr/>
            <p:nvPr/>
          </p:nvSpPr>
          <p:spPr>
            <a:xfrm>
              <a:off x="349250" y="619125"/>
              <a:ext cx="2670175" cy="744848"/>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AU" dirty="0"/>
            </a:p>
          </p:txBody>
        </p:sp>
        <p:pic>
          <p:nvPicPr>
            <p:cNvPr id="7" name="Picture 6">
              <a:extLst>
                <a:ext uri="{FF2B5EF4-FFF2-40B4-BE49-F238E27FC236}">
                  <a16:creationId xmlns:a16="http://schemas.microsoft.com/office/drawing/2014/main" id="{BEB88CE3-0F1B-D725-B7FE-D15DC8B524CE}"/>
                </a:ext>
              </a:extLst>
            </p:cNvPr>
            <p:cNvPicPr>
              <a:picLocks noChangeAspect="1"/>
            </p:cNvPicPr>
            <p:nvPr/>
          </p:nvPicPr>
          <p:blipFill>
            <a:blip r:embed="rId4"/>
            <a:stretch>
              <a:fillRect/>
            </a:stretch>
          </p:blipFill>
          <p:spPr>
            <a:xfrm>
              <a:off x="425407" y="662605"/>
              <a:ext cx="2565443" cy="653743"/>
            </a:xfrm>
            <a:prstGeom prst="rect">
              <a:avLst/>
            </a:prstGeom>
          </p:spPr>
        </p:pic>
      </p:grpSp>
      <p:grpSp>
        <p:nvGrpSpPr>
          <p:cNvPr id="12" name="Group 11">
            <a:extLst>
              <a:ext uri="{FF2B5EF4-FFF2-40B4-BE49-F238E27FC236}">
                <a16:creationId xmlns:a16="http://schemas.microsoft.com/office/drawing/2014/main" id="{62137EEE-6EE5-C2E2-56F0-EC110C219D5F}"/>
              </a:ext>
            </a:extLst>
          </p:cNvPr>
          <p:cNvGrpSpPr/>
          <p:nvPr/>
        </p:nvGrpSpPr>
        <p:grpSpPr>
          <a:xfrm>
            <a:off x="297073" y="5277823"/>
            <a:ext cx="1111125" cy="1188678"/>
            <a:chOff x="7564375" y="906822"/>
            <a:chExt cx="1111125" cy="1188678"/>
          </a:xfrm>
        </p:grpSpPr>
        <p:sp>
          <p:nvSpPr>
            <p:cNvPr id="11" name="Rectangle: Rounded Corners 10">
              <a:extLst>
                <a:ext uri="{FF2B5EF4-FFF2-40B4-BE49-F238E27FC236}">
                  <a16:creationId xmlns:a16="http://schemas.microsoft.com/office/drawing/2014/main" id="{34E87360-631F-C33E-FE92-425AA8B22C33}"/>
                </a:ext>
              </a:extLst>
            </p:cNvPr>
            <p:cNvSpPr/>
            <p:nvPr/>
          </p:nvSpPr>
          <p:spPr>
            <a:xfrm>
              <a:off x="7564375" y="906822"/>
              <a:ext cx="1111125" cy="1188678"/>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AU"/>
            </a:p>
          </p:txBody>
        </p:sp>
        <p:pic>
          <p:nvPicPr>
            <p:cNvPr id="10" name="Picture 9">
              <a:extLst>
                <a:ext uri="{FF2B5EF4-FFF2-40B4-BE49-F238E27FC236}">
                  <a16:creationId xmlns:a16="http://schemas.microsoft.com/office/drawing/2014/main" id="{0CC21880-4F5A-9CDA-1845-244B7CF34ADE}"/>
                </a:ext>
              </a:extLst>
            </p:cNvPr>
            <p:cNvPicPr>
              <a:picLocks noChangeAspect="1"/>
            </p:cNvPicPr>
            <p:nvPr/>
          </p:nvPicPr>
          <p:blipFill>
            <a:blip r:embed="rId5"/>
            <a:stretch>
              <a:fillRect/>
            </a:stretch>
          </p:blipFill>
          <p:spPr>
            <a:xfrm>
              <a:off x="7681788" y="952500"/>
              <a:ext cx="876300" cy="1143000"/>
            </a:xfrm>
            <a:prstGeom prst="rect">
              <a:avLst/>
            </a:prstGeom>
          </p:spPr>
        </p:pic>
      </p:grpSp>
      <p:cxnSp>
        <p:nvCxnSpPr>
          <p:cNvPr id="15" name="Straight Arrow Connector 14">
            <a:extLst>
              <a:ext uri="{FF2B5EF4-FFF2-40B4-BE49-F238E27FC236}">
                <a16:creationId xmlns:a16="http://schemas.microsoft.com/office/drawing/2014/main" id="{D6D30180-3520-1CB1-B085-014A61B1BE44}"/>
              </a:ext>
            </a:extLst>
          </p:cNvPr>
          <p:cNvCxnSpPr>
            <a:cxnSpLocks/>
          </p:cNvCxnSpPr>
          <p:nvPr/>
        </p:nvCxnSpPr>
        <p:spPr>
          <a:xfrm flipV="1">
            <a:off x="5089416" y="932649"/>
            <a:ext cx="596966" cy="396638"/>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cxnSp>
        <p:nvCxnSpPr>
          <p:cNvPr id="16" name="Straight Arrow Connector 15">
            <a:extLst>
              <a:ext uri="{FF2B5EF4-FFF2-40B4-BE49-F238E27FC236}">
                <a16:creationId xmlns:a16="http://schemas.microsoft.com/office/drawing/2014/main" id="{D34231B5-16A4-514B-78B1-E7A4D2426BC4}"/>
              </a:ext>
            </a:extLst>
          </p:cNvPr>
          <p:cNvCxnSpPr>
            <a:cxnSpLocks/>
            <a:stCxn id="5" idx="1"/>
          </p:cNvCxnSpPr>
          <p:nvPr/>
        </p:nvCxnSpPr>
        <p:spPr>
          <a:xfrm flipH="1">
            <a:off x="5000625" y="655821"/>
            <a:ext cx="638175" cy="452987"/>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sp>
        <p:nvSpPr>
          <p:cNvPr id="20" name="Rectangle: Rounded Corners 19">
            <a:extLst>
              <a:ext uri="{FF2B5EF4-FFF2-40B4-BE49-F238E27FC236}">
                <a16:creationId xmlns:a16="http://schemas.microsoft.com/office/drawing/2014/main" id="{C6B0AE91-45EB-7F0C-37E7-45028BDCCB26}"/>
              </a:ext>
            </a:extLst>
          </p:cNvPr>
          <p:cNvSpPr/>
          <p:nvPr/>
        </p:nvSpPr>
        <p:spPr>
          <a:xfrm>
            <a:off x="92462" y="2314687"/>
            <a:ext cx="1315736" cy="1152964"/>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AU" sz="1600" dirty="0"/>
          </a:p>
          <a:p>
            <a:pPr algn="ctr"/>
            <a:r>
              <a:rPr lang="en-AU" sz="1600" dirty="0"/>
              <a:t>Reg </a:t>
            </a:r>
            <a:r>
              <a:rPr lang="en-AU" sz="1600" dirty="0" err="1"/>
              <a:t>Mgmt</a:t>
            </a:r>
            <a:r>
              <a:rPr lang="en-AU" sz="1600" dirty="0"/>
              <a:t> portal</a:t>
            </a:r>
          </a:p>
        </p:txBody>
      </p:sp>
      <p:pic>
        <p:nvPicPr>
          <p:cNvPr id="22" name="Picture 21">
            <a:extLst>
              <a:ext uri="{FF2B5EF4-FFF2-40B4-BE49-F238E27FC236}">
                <a16:creationId xmlns:a16="http://schemas.microsoft.com/office/drawing/2014/main" id="{EC60C348-F3A9-7E4E-D5F9-0B5EF6807DEC}"/>
              </a:ext>
            </a:extLst>
          </p:cNvPr>
          <p:cNvPicPr>
            <a:picLocks noChangeAspect="1"/>
          </p:cNvPicPr>
          <p:nvPr/>
        </p:nvPicPr>
        <p:blipFill>
          <a:blip r:embed="rId6"/>
          <a:stretch>
            <a:fillRect/>
          </a:stretch>
        </p:blipFill>
        <p:spPr>
          <a:xfrm>
            <a:off x="266778" y="2433782"/>
            <a:ext cx="967103" cy="245783"/>
          </a:xfrm>
          <a:prstGeom prst="rect">
            <a:avLst/>
          </a:prstGeom>
        </p:spPr>
      </p:pic>
      <p:cxnSp>
        <p:nvCxnSpPr>
          <p:cNvPr id="26" name="Straight Arrow Connector 25">
            <a:extLst>
              <a:ext uri="{FF2B5EF4-FFF2-40B4-BE49-F238E27FC236}">
                <a16:creationId xmlns:a16="http://schemas.microsoft.com/office/drawing/2014/main" id="{BB50430F-0BBF-F356-1606-BCD6C4789B96}"/>
              </a:ext>
            </a:extLst>
          </p:cNvPr>
          <p:cNvCxnSpPr>
            <a:cxnSpLocks/>
          </p:cNvCxnSpPr>
          <p:nvPr/>
        </p:nvCxnSpPr>
        <p:spPr>
          <a:xfrm>
            <a:off x="1408198" y="2679565"/>
            <a:ext cx="713742" cy="0"/>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cxnSp>
        <p:nvCxnSpPr>
          <p:cNvPr id="28" name="Straight Arrow Connector 27">
            <a:extLst>
              <a:ext uri="{FF2B5EF4-FFF2-40B4-BE49-F238E27FC236}">
                <a16:creationId xmlns:a16="http://schemas.microsoft.com/office/drawing/2014/main" id="{DA2C9ABD-268E-C122-017C-CA800BEB8C3A}"/>
              </a:ext>
            </a:extLst>
          </p:cNvPr>
          <p:cNvCxnSpPr>
            <a:cxnSpLocks/>
          </p:cNvCxnSpPr>
          <p:nvPr/>
        </p:nvCxnSpPr>
        <p:spPr>
          <a:xfrm flipH="1">
            <a:off x="1408198" y="3110881"/>
            <a:ext cx="713742" cy="0"/>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cxnSp>
        <p:nvCxnSpPr>
          <p:cNvPr id="34" name="Straight Arrow Connector 33">
            <a:extLst>
              <a:ext uri="{FF2B5EF4-FFF2-40B4-BE49-F238E27FC236}">
                <a16:creationId xmlns:a16="http://schemas.microsoft.com/office/drawing/2014/main" id="{F8006579-9800-1A1E-C8F6-6B013AE9397F}"/>
              </a:ext>
            </a:extLst>
          </p:cNvPr>
          <p:cNvCxnSpPr>
            <a:cxnSpLocks/>
            <a:endCxn id="11" idx="3"/>
          </p:cNvCxnSpPr>
          <p:nvPr/>
        </p:nvCxnSpPr>
        <p:spPr>
          <a:xfrm flipH="1">
            <a:off x="1408198" y="5283996"/>
            <a:ext cx="713742" cy="588166"/>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pic>
        <p:nvPicPr>
          <p:cNvPr id="39" name="Picture 38">
            <a:extLst>
              <a:ext uri="{FF2B5EF4-FFF2-40B4-BE49-F238E27FC236}">
                <a16:creationId xmlns:a16="http://schemas.microsoft.com/office/drawing/2014/main" id="{E40E23D3-D94B-80FA-63F3-92296EED7849}"/>
              </a:ext>
            </a:extLst>
          </p:cNvPr>
          <p:cNvPicPr>
            <a:picLocks noChangeAspect="1"/>
          </p:cNvPicPr>
          <p:nvPr/>
        </p:nvPicPr>
        <p:blipFill>
          <a:blip r:embed="rId7"/>
          <a:stretch>
            <a:fillRect/>
          </a:stretch>
        </p:blipFill>
        <p:spPr>
          <a:xfrm>
            <a:off x="8858358" y="995363"/>
            <a:ext cx="2943327" cy="4820872"/>
          </a:xfrm>
          <a:prstGeom prst="rect">
            <a:avLst/>
          </a:prstGeom>
        </p:spPr>
      </p:pic>
      <p:cxnSp>
        <p:nvCxnSpPr>
          <p:cNvPr id="40" name="Straight Arrow Connector 39">
            <a:extLst>
              <a:ext uri="{FF2B5EF4-FFF2-40B4-BE49-F238E27FC236}">
                <a16:creationId xmlns:a16="http://schemas.microsoft.com/office/drawing/2014/main" id="{F9CAE98C-259A-AB79-18E9-954480BC051F}"/>
              </a:ext>
            </a:extLst>
          </p:cNvPr>
          <p:cNvCxnSpPr>
            <a:cxnSpLocks/>
          </p:cNvCxnSpPr>
          <p:nvPr/>
        </p:nvCxnSpPr>
        <p:spPr>
          <a:xfrm flipH="1">
            <a:off x="5089416" y="3562929"/>
            <a:ext cx="3768942" cy="0"/>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cxnSp>
        <p:nvCxnSpPr>
          <p:cNvPr id="42" name="Straight Arrow Connector 41">
            <a:extLst>
              <a:ext uri="{FF2B5EF4-FFF2-40B4-BE49-F238E27FC236}">
                <a16:creationId xmlns:a16="http://schemas.microsoft.com/office/drawing/2014/main" id="{64517540-7293-EA38-F637-B95992E362DE}"/>
              </a:ext>
            </a:extLst>
          </p:cNvPr>
          <p:cNvCxnSpPr>
            <a:cxnSpLocks/>
          </p:cNvCxnSpPr>
          <p:nvPr/>
        </p:nvCxnSpPr>
        <p:spPr>
          <a:xfrm>
            <a:off x="5105229" y="2684327"/>
            <a:ext cx="3753129" cy="0"/>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sp>
        <p:nvSpPr>
          <p:cNvPr id="47" name="Rectangle: Rounded Corners 46">
            <a:extLst>
              <a:ext uri="{FF2B5EF4-FFF2-40B4-BE49-F238E27FC236}">
                <a16:creationId xmlns:a16="http://schemas.microsoft.com/office/drawing/2014/main" id="{D8ED3A39-CC33-9674-D6A7-494B3F13AB6D}"/>
              </a:ext>
            </a:extLst>
          </p:cNvPr>
          <p:cNvSpPr/>
          <p:nvPr/>
        </p:nvSpPr>
        <p:spPr>
          <a:xfrm>
            <a:off x="3639312" y="3209544"/>
            <a:ext cx="658368" cy="841241"/>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48" name="Picture 47">
            <a:extLst>
              <a:ext uri="{FF2B5EF4-FFF2-40B4-BE49-F238E27FC236}">
                <a16:creationId xmlns:a16="http://schemas.microsoft.com/office/drawing/2014/main" id="{4FC02319-30B9-4B97-3239-98AB7AAFB9DD}"/>
              </a:ext>
            </a:extLst>
          </p:cNvPr>
          <p:cNvPicPr>
            <a:picLocks noChangeAspect="1"/>
          </p:cNvPicPr>
          <p:nvPr/>
        </p:nvPicPr>
        <p:blipFill>
          <a:blip r:embed="rId8"/>
          <a:stretch>
            <a:fillRect/>
          </a:stretch>
        </p:blipFill>
        <p:spPr>
          <a:xfrm>
            <a:off x="6524625" y="5104812"/>
            <a:ext cx="1784350" cy="1384300"/>
          </a:xfrm>
          <a:prstGeom prst="rect">
            <a:avLst/>
          </a:prstGeom>
        </p:spPr>
      </p:pic>
      <p:cxnSp>
        <p:nvCxnSpPr>
          <p:cNvPr id="49" name="Straight Arrow Connector 48">
            <a:extLst>
              <a:ext uri="{FF2B5EF4-FFF2-40B4-BE49-F238E27FC236}">
                <a16:creationId xmlns:a16="http://schemas.microsoft.com/office/drawing/2014/main" id="{28885A7B-6915-A66D-ECE0-2B2BC04D6665}"/>
              </a:ext>
            </a:extLst>
          </p:cNvPr>
          <p:cNvCxnSpPr>
            <a:cxnSpLocks/>
          </p:cNvCxnSpPr>
          <p:nvPr/>
        </p:nvCxnSpPr>
        <p:spPr>
          <a:xfrm flipH="1">
            <a:off x="8280400" y="5458634"/>
            <a:ext cx="601749" cy="0"/>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sp>
        <p:nvSpPr>
          <p:cNvPr id="8" name="Rectangle: Rounded Corners 7">
            <a:extLst>
              <a:ext uri="{FF2B5EF4-FFF2-40B4-BE49-F238E27FC236}">
                <a16:creationId xmlns:a16="http://schemas.microsoft.com/office/drawing/2014/main" id="{213F5427-BF70-8851-6325-3B092B7B2D60}"/>
              </a:ext>
            </a:extLst>
          </p:cNvPr>
          <p:cNvSpPr/>
          <p:nvPr/>
        </p:nvSpPr>
        <p:spPr>
          <a:xfrm>
            <a:off x="6500070" y="3712218"/>
            <a:ext cx="1315736" cy="1152964"/>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AU" sz="1600" dirty="0"/>
          </a:p>
          <a:p>
            <a:pPr algn="ctr"/>
            <a:r>
              <a:rPr lang="en-AU" sz="1600" dirty="0"/>
              <a:t>Next Gen Portal</a:t>
            </a:r>
          </a:p>
        </p:txBody>
      </p:sp>
      <p:pic>
        <p:nvPicPr>
          <p:cNvPr id="9" name="Picture 8">
            <a:extLst>
              <a:ext uri="{FF2B5EF4-FFF2-40B4-BE49-F238E27FC236}">
                <a16:creationId xmlns:a16="http://schemas.microsoft.com/office/drawing/2014/main" id="{69C1AA97-BF9D-5F30-FAC6-DF5F092783F0}"/>
              </a:ext>
            </a:extLst>
          </p:cNvPr>
          <p:cNvPicPr>
            <a:picLocks noChangeAspect="1"/>
          </p:cNvPicPr>
          <p:nvPr/>
        </p:nvPicPr>
        <p:blipFill>
          <a:blip r:embed="rId9"/>
          <a:stretch>
            <a:fillRect/>
          </a:stretch>
        </p:blipFill>
        <p:spPr>
          <a:xfrm>
            <a:off x="6558015" y="3767388"/>
            <a:ext cx="1206562" cy="292115"/>
          </a:xfrm>
          <a:prstGeom prst="rect">
            <a:avLst/>
          </a:prstGeom>
        </p:spPr>
      </p:pic>
      <p:cxnSp>
        <p:nvCxnSpPr>
          <p:cNvPr id="13" name="Straight Arrow Connector 12">
            <a:extLst>
              <a:ext uri="{FF2B5EF4-FFF2-40B4-BE49-F238E27FC236}">
                <a16:creationId xmlns:a16="http://schemas.microsoft.com/office/drawing/2014/main" id="{A99379B9-9A85-DEBE-A9B4-80118D1E7234}"/>
              </a:ext>
            </a:extLst>
          </p:cNvPr>
          <p:cNvCxnSpPr>
            <a:cxnSpLocks/>
            <a:stCxn id="8" idx="3"/>
          </p:cNvCxnSpPr>
          <p:nvPr/>
        </p:nvCxnSpPr>
        <p:spPr>
          <a:xfrm>
            <a:off x="7815806" y="4288700"/>
            <a:ext cx="1066343" cy="8980"/>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spTree>
    <p:extLst>
      <p:ext uri="{BB962C8B-B14F-4D97-AF65-F5344CB8AC3E}">
        <p14:creationId xmlns:p14="http://schemas.microsoft.com/office/powerpoint/2010/main" val="14673593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Placeholder 13">
            <a:extLst>
              <a:ext uri="{FF2B5EF4-FFF2-40B4-BE49-F238E27FC236}">
                <a16:creationId xmlns:a16="http://schemas.microsoft.com/office/drawing/2014/main" id="{56943436-1DDB-E46C-E06B-45E93E51113F}"/>
              </a:ext>
            </a:extLst>
          </p:cNvPr>
          <p:cNvSpPr>
            <a:spLocks noGrp="1"/>
          </p:cNvSpPr>
          <p:nvPr>
            <p:ph type="body" sz="quarter" idx="10"/>
          </p:nvPr>
        </p:nvSpPr>
        <p:spPr>
          <a:xfrm>
            <a:off x="611063" y="202834"/>
            <a:ext cx="7947025" cy="933450"/>
          </a:xfrm>
        </p:spPr>
        <p:txBody>
          <a:bodyPr>
            <a:normAutofit/>
          </a:bodyPr>
          <a:lstStyle/>
          <a:p>
            <a:pPr marL="0" indent="0">
              <a:buNone/>
            </a:pPr>
            <a:r>
              <a:rPr lang="en-AU" dirty="0">
                <a:latin typeface="Canela Light"/>
              </a:rPr>
              <a:t>Transition State 2</a:t>
            </a:r>
            <a:endParaRPr lang="en-US" dirty="0"/>
          </a:p>
        </p:txBody>
      </p:sp>
      <p:pic>
        <p:nvPicPr>
          <p:cNvPr id="2" name="Picture 1">
            <a:extLst>
              <a:ext uri="{FF2B5EF4-FFF2-40B4-BE49-F238E27FC236}">
                <a16:creationId xmlns:a16="http://schemas.microsoft.com/office/drawing/2014/main" id="{BDC15E28-2569-F7DE-24CA-07CAC642FBEC}"/>
              </a:ext>
            </a:extLst>
          </p:cNvPr>
          <p:cNvPicPr>
            <a:picLocks noChangeAspect="1"/>
          </p:cNvPicPr>
          <p:nvPr/>
        </p:nvPicPr>
        <p:blipFill>
          <a:blip r:embed="rId3"/>
          <a:stretch>
            <a:fillRect/>
          </a:stretch>
        </p:blipFill>
        <p:spPr>
          <a:xfrm>
            <a:off x="2121940" y="985838"/>
            <a:ext cx="2983289" cy="4886324"/>
          </a:xfrm>
          <a:prstGeom prst="rect">
            <a:avLst/>
          </a:prstGeom>
        </p:spPr>
      </p:pic>
      <p:grpSp>
        <p:nvGrpSpPr>
          <p:cNvPr id="4" name="Group 3">
            <a:extLst>
              <a:ext uri="{FF2B5EF4-FFF2-40B4-BE49-F238E27FC236}">
                <a16:creationId xmlns:a16="http://schemas.microsoft.com/office/drawing/2014/main" id="{63B71146-6CC6-7EC7-6906-FADDE9A29723}"/>
              </a:ext>
            </a:extLst>
          </p:cNvPr>
          <p:cNvGrpSpPr/>
          <p:nvPr/>
        </p:nvGrpSpPr>
        <p:grpSpPr>
          <a:xfrm>
            <a:off x="5638800" y="319088"/>
            <a:ext cx="2670175" cy="673466"/>
            <a:chOff x="349250" y="619125"/>
            <a:chExt cx="2670175" cy="744848"/>
          </a:xfrm>
        </p:grpSpPr>
        <p:sp>
          <p:nvSpPr>
            <p:cNvPr id="5" name="Rectangle: Rounded Corners 4">
              <a:extLst>
                <a:ext uri="{FF2B5EF4-FFF2-40B4-BE49-F238E27FC236}">
                  <a16:creationId xmlns:a16="http://schemas.microsoft.com/office/drawing/2014/main" id="{5403BC81-2866-CABF-B3C5-59992E75EDE0}"/>
                </a:ext>
              </a:extLst>
            </p:cNvPr>
            <p:cNvSpPr/>
            <p:nvPr/>
          </p:nvSpPr>
          <p:spPr>
            <a:xfrm>
              <a:off x="349250" y="619125"/>
              <a:ext cx="2670175" cy="744848"/>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AU" dirty="0"/>
            </a:p>
          </p:txBody>
        </p:sp>
        <p:pic>
          <p:nvPicPr>
            <p:cNvPr id="7" name="Picture 6">
              <a:extLst>
                <a:ext uri="{FF2B5EF4-FFF2-40B4-BE49-F238E27FC236}">
                  <a16:creationId xmlns:a16="http://schemas.microsoft.com/office/drawing/2014/main" id="{BEB88CE3-0F1B-D725-B7FE-D15DC8B524CE}"/>
                </a:ext>
              </a:extLst>
            </p:cNvPr>
            <p:cNvPicPr>
              <a:picLocks noChangeAspect="1"/>
            </p:cNvPicPr>
            <p:nvPr/>
          </p:nvPicPr>
          <p:blipFill>
            <a:blip r:embed="rId4"/>
            <a:stretch>
              <a:fillRect/>
            </a:stretch>
          </p:blipFill>
          <p:spPr>
            <a:xfrm>
              <a:off x="425407" y="662605"/>
              <a:ext cx="2565443" cy="653743"/>
            </a:xfrm>
            <a:prstGeom prst="rect">
              <a:avLst/>
            </a:prstGeom>
          </p:spPr>
        </p:pic>
      </p:grpSp>
      <p:grpSp>
        <p:nvGrpSpPr>
          <p:cNvPr id="12" name="Group 11">
            <a:extLst>
              <a:ext uri="{FF2B5EF4-FFF2-40B4-BE49-F238E27FC236}">
                <a16:creationId xmlns:a16="http://schemas.microsoft.com/office/drawing/2014/main" id="{62137EEE-6EE5-C2E2-56F0-EC110C219D5F}"/>
              </a:ext>
            </a:extLst>
          </p:cNvPr>
          <p:cNvGrpSpPr/>
          <p:nvPr/>
        </p:nvGrpSpPr>
        <p:grpSpPr>
          <a:xfrm>
            <a:off x="297073" y="5277823"/>
            <a:ext cx="1111125" cy="1188678"/>
            <a:chOff x="7564375" y="906822"/>
            <a:chExt cx="1111125" cy="1188678"/>
          </a:xfrm>
        </p:grpSpPr>
        <p:sp>
          <p:nvSpPr>
            <p:cNvPr id="11" name="Rectangle: Rounded Corners 10">
              <a:extLst>
                <a:ext uri="{FF2B5EF4-FFF2-40B4-BE49-F238E27FC236}">
                  <a16:creationId xmlns:a16="http://schemas.microsoft.com/office/drawing/2014/main" id="{34E87360-631F-C33E-FE92-425AA8B22C33}"/>
                </a:ext>
              </a:extLst>
            </p:cNvPr>
            <p:cNvSpPr/>
            <p:nvPr/>
          </p:nvSpPr>
          <p:spPr>
            <a:xfrm>
              <a:off x="7564375" y="906822"/>
              <a:ext cx="1111125" cy="1188678"/>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AU"/>
            </a:p>
          </p:txBody>
        </p:sp>
        <p:pic>
          <p:nvPicPr>
            <p:cNvPr id="10" name="Picture 9">
              <a:extLst>
                <a:ext uri="{FF2B5EF4-FFF2-40B4-BE49-F238E27FC236}">
                  <a16:creationId xmlns:a16="http://schemas.microsoft.com/office/drawing/2014/main" id="{0CC21880-4F5A-9CDA-1845-244B7CF34ADE}"/>
                </a:ext>
              </a:extLst>
            </p:cNvPr>
            <p:cNvPicPr>
              <a:picLocks noChangeAspect="1"/>
            </p:cNvPicPr>
            <p:nvPr/>
          </p:nvPicPr>
          <p:blipFill>
            <a:blip r:embed="rId5"/>
            <a:stretch>
              <a:fillRect/>
            </a:stretch>
          </p:blipFill>
          <p:spPr>
            <a:xfrm>
              <a:off x="7681788" y="952500"/>
              <a:ext cx="876300" cy="1143000"/>
            </a:xfrm>
            <a:prstGeom prst="rect">
              <a:avLst/>
            </a:prstGeom>
          </p:spPr>
        </p:pic>
      </p:grpSp>
      <p:sp>
        <p:nvSpPr>
          <p:cNvPr id="20" name="Rectangle: Rounded Corners 19">
            <a:extLst>
              <a:ext uri="{FF2B5EF4-FFF2-40B4-BE49-F238E27FC236}">
                <a16:creationId xmlns:a16="http://schemas.microsoft.com/office/drawing/2014/main" id="{C6B0AE91-45EB-7F0C-37E7-45028BDCCB26}"/>
              </a:ext>
            </a:extLst>
          </p:cNvPr>
          <p:cNvSpPr/>
          <p:nvPr/>
        </p:nvSpPr>
        <p:spPr>
          <a:xfrm>
            <a:off x="5566062" y="5633959"/>
            <a:ext cx="1315736" cy="1152964"/>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AU" sz="1600" dirty="0"/>
          </a:p>
          <a:p>
            <a:pPr algn="ctr"/>
            <a:r>
              <a:rPr lang="en-AU" sz="1600" dirty="0"/>
              <a:t>Reg </a:t>
            </a:r>
            <a:r>
              <a:rPr lang="en-AU" sz="1600" dirty="0" err="1"/>
              <a:t>Mgmt</a:t>
            </a:r>
            <a:r>
              <a:rPr lang="en-AU" sz="1600" dirty="0"/>
              <a:t> portal</a:t>
            </a:r>
          </a:p>
        </p:txBody>
      </p:sp>
      <p:pic>
        <p:nvPicPr>
          <p:cNvPr id="22" name="Picture 21">
            <a:extLst>
              <a:ext uri="{FF2B5EF4-FFF2-40B4-BE49-F238E27FC236}">
                <a16:creationId xmlns:a16="http://schemas.microsoft.com/office/drawing/2014/main" id="{EC60C348-F3A9-7E4E-D5F9-0B5EF6807DEC}"/>
              </a:ext>
            </a:extLst>
          </p:cNvPr>
          <p:cNvPicPr>
            <a:picLocks noChangeAspect="1"/>
          </p:cNvPicPr>
          <p:nvPr/>
        </p:nvPicPr>
        <p:blipFill>
          <a:blip r:embed="rId6"/>
          <a:stretch>
            <a:fillRect/>
          </a:stretch>
        </p:blipFill>
        <p:spPr>
          <a:xfrm>
            <a:off x="5740378" y="5753054"/>
            <a:ext cx="967103" cy="245783"/>
          </a:xfrm>
          <a:prstGeom prst="rect">
            <a:avLst/>
          </a:prstGeom>
        </p:spPr>
      </p:pic>
      <p:cxnSp>
        <p:nvCxnSpPr>
          <p:cNvPr id="34" name="Straight Arrow Connector 33">
            <a:extLst>
              <a:ext uri="{FF2B5EF4-FFF2-40B4-BE49-F238E27FC236}">
                <a16:creationId xmlns:a16="http://schemas.microsoft.com/office/drawing/2014/main" id="{F8006579-9800-1A1E-C8F6-6B013AE9397F}"/>
              </a:ext>
            </a:extLst>
          </p:cNvPr>
          <p:cNvCxnSpPr>
            <a:cxnSpLocks/>
            <a:endCxn id="11" idx="3"/>
          </p:cNvCxnSpPr>
          <p:nvPr/>
        </p:nvCxnSpPr>
        <p:spPr>
          <a:xfrm flipH="1">
            <a:off x="1408198" y="5283996"/>
            <a:ext cx="713742" cy="588166"/>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pic>
        <p:nvPicPr>
          <p:cNvPr id="39" name="Picture 38">
            <a:extLst>
              <a:ext uri="{FF2B5EF4-FFF2-40B4-BE49-F238E27FC236}">
                <a16:creationId xmlns:a16="http://schemas.microsoft.com/office/drawing/2014/main" id="{E40E23D3-D94B-80FA-63F3-92296EED7849}"/>
              </a:ext>
            </a:extLst>
          </p:cNvPr>
          <p:cNvPicPr>
            <a:picLocks noChangeAspect="1"/>
          </p:cNvPicPr>
          <p:nvPr/>
        </p:nvPicPr>
        <p:blipFill>
          <a:blip r:embed="rId7"/>
          <a:stretch>
            <a:fillRect/>
          </a:stretch>
        </p:blipFill>
        <p:spPr>
          <a:xfrm>
            <a:off x="8858358" y="995363"/>
            <a:ext cx="2943327" cy="4820872"/>
          </a:xfrm>
          <a:prstGeom prst="rect">
            <a:avLst/>
          </a:prstGeom>
        </p:spPr>
      </p:pic>
      <p:cxnSp>
        <p:nvCxnSpPr>
          <p:cNvPr id="40" name="Straight Arrow Connector 39">
            <a:extLst>
              <a:ext uri="{FF2B5EF4-FFF2-40B4-BE49-F238E27FC236}">
                <a16:creationId xmlns:a16="http://schemas.microsoft.com/office/drawing/2014/main" id="{F9CAE98C-259A-AB79-18E9-954480BC051F}"/>
              </a:ext>
            </a:extLst>
          </p:cNvPr>
          <p:cNvCxnSpPr>
            <a:cxnSpLocks/>
            <a:endCxn id="67" idx="3"/>
          </p:cNvCxnSpPr>
          <p:nvPr/>
        </p:nvCxnSpPr>
        <p:spPr>
          <a:xfrm flipH="1">
            <a:off x="7864910" y="3689073"/>
            <a:ext cx="1050127" cy="692150"/>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pic>
        <p:nvPicPr>
          <p:cNvPr id="13" name="Picture 12">
            <a:extLst>
              <a:ext uri="{FF2B5EF4-FFF2-40B4-BE49-F238E27FC236}">
                <a16:creationId xmlns:a16="http://schemas.microsoft.com/office/drawing/2014/main" id="{18C15F96-E486-3C10-7987-2EE59712306C}"/>
              </a:ext>
            </a:extLst>
          </p:cNvPr>
          <p:cNvPicPr>
            <a:picLocks noChangeAspect="1"/>
          </p:cNvPicPr>
          <p:nvPr/>
        </p:nvPicPr>
        <p:blipFill>
          <a:blip r:embed="rId8"/>
          <a:stretch>
            <a:fillRect/>
          </a:stretch>
        </p:blipFill>
        <p:spPr>
          <a:xfrm>
            <a:off x="5815923" y="2084078"/>
            <a:ext cx="2305050" cy="1485900"/>
          </a:xfrm>
          <a:prstGeom prst="rect">
            <a:avLst/>
          </a:prstGeom>
        </p:spPr>
      </p:pic>
      <p:pic>
        <p:nvPicPr>
          <p:cNvPr id="21" name="Picture 20">
            <a:extLst>
              <a:ext uri="{FF2B5EF4-FFF2-40B4-BE49-F238E27FC236}">
                <a16:creationId xmlns:a16="http://schemas.microsoft.com/office/drawing/2014/main" id="{4839711F-626C-7789-5EEC-B618F0E79520}"/>
              </a:ext>
            </a:extLst>
          </p:cNvPr>
          <p:cNvPicPr>
            <a:picLocks noChangeAspect="1"/>
          </p:cNvPicPr>
          <p:nvPr/>
        </p:nvPicPr>
        <p:blipFill>
          <a:blip r:embed="rId9"/>
          <a:stretch>
            <a:fillRect/>
          </a:stretch>
        </p:blipFill>
        <p:spPr>
          <a:xfrm>
            <a:off x="5842613" y="1644963"/>
            <a:ext cx="2246065" cy="457020"/>
          </a:xfrm>
          <a:prstGeom prst="rect">
            <a:avLst/>
          </a:prstGeom>
        </p:spPr>
      </p:pic>
      <p:cxnSp>
        <p:nvCxnSpPr>
          <p:cNvPr id="24" name="Straight Arrow Connector 23">
            <a:extLst>
              <a:ext uri="{FF2B5EF4-FFF2-40B4-BE49-F238E27FC236}">
                <a16:creationId xmlns:a16="http://schemas.microsoft.com/office/drawing/2014/main" id="{6668EBA0-F521-9FD3-6C74-4E60AA62C3B5}"/>
              </a:ext>
            </a:extLst>
          </p:cNvPr>
          <p:cNvCxnSpPr>
            <a:cxnSpLocks/>
          </p:cNvCxnSpPr>
          <p:nvPr/>
        </p:nvCxnSpPr>
        <p:spPr>
          <a:xfrm>
            <a:off x="8120973" y="2788919"/>
            <a:ext cx="737385" cy="1"/>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cxnSp>
        <p:nvCxnSpPr>
          <p:cNvPr id="29" name="Straight Arrow Connector 28">
            <a:extLst>
              <a:ext uri="{FF2B5EF4-FFF2-40B4-BE49-F238E27FC236}">
                <a16:creationId xmlns:a16="http://schemas.microsoft.com/office/drawing/2014/main" id="{61130D88-CAB5-B14F-5276-1C42C8124A08}"/>
              </a:ext>
            </a:extLst>
          </p:cNvPr>
          <p:cNvCxnSpPr>
            <a:cxnSpLocks/>
          </p:cNvCxnSpPr>
          <p:nvPr/>
        </p:nvCxnSpPr>
        <p:spPr>
          <a:xfrm flipH="1">
            <a:off x="5077181" y="2541098"/>
            <a:ext cx="769680" cy="0"/>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cxnSp>
        <p:nvCxnSpPr>
          <p:cNvPr id="30" name="Straight Arrow Connector 29">
            <a:extLst>
              <a:ext uri="{FF2B5EF4-FFF2-40B4-BE49-F238E27FC236}">
                <a16:creationId xmlns:a16="http://schemas.microsoft.com/office/drawing/2014/main" id="{7086A397-D934-2BB7-95E8-0CB0CD47D210}"/>
              </a:ext>
            </a:extLst>
          </p:cNvPr>
          <p:cNvCxnSpPr>
            <a:cxnSpLocks/>
            <a:endCxn id="67" idx="1"/>
          </p:cNvCxnSpPr>
          <p:nvPr/>
        </p:nvCxnSpPr>
        <p:spPr>
          <a:xfrm>
            <a:off x="5061457" y="3712236"/>
            <a:ext cx="1019103" cy="668987"/>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cxnSp>
        <p:nvCxnSpPr>
          <p:cNvPr id="31" name="Straight Arrow Connector 30">
            <a:extLst>
              <a:ext uri="{FF2B5EF4-FFF2-40B4-BE49-F238E27FC236}">
                <a16:creationId xmlns:a16="http://schemas.microsoft.com/office/drawing/2014/main" id="{48CDE908-932A-86E8-2E63-5D06085C927A}"/>
              </a:ext>
            </a:extLst>
          </p:cNvPr>
          <p:cNvCxnSpPr>
            <a:cxnSpLocks/>
          </p:cNvCxnSpPr>
          <p:nvPr/>
        </p:nvCxnSpPr>
        <p:spPr>
          <a:xfrm>
            <a:off x="6616106" y="1031867"/>
            <a:ext cx="0" cy="613096"/>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cxnSp>
        <p:nvCxnSpPr>
          <p:cNvPr id="32" name="Straight Arrow Connector 31">
            <a:extLst>
              <a:ext uri="{FF2B5EF4-FFF2-40B4-BE49-F238E27FC236}">
                <a16:creationId xmlns:a16="http://schemas.microsoft.com/office/drawing/2014/main" id="{29170387-C3B2-5BDA-1C79-76CC6463BF3C}"/>
              </a:ext>
            </a:extLst>
          </p:cNvPr>
          <p:cNvCxnSpPr>
            <a:cxnSpLocks/>
          </p:cNvCxnSpPr>
          <p:nvPr/>
        </p:nvCxnSpPr>
        <p:spPr>
          <a:xfrm flipV="1">
            <a:off x="7342632" y="1031867"/>
            <a:ext cx="0" cy="613096"/>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sp>
        <p:nvSpPr>
          <p:cNvPr id="48" name="Rectangle: Rounded Corners 47">
            <a:extLst>
              <a:ext uri="{FF2B5EF4-FFF2-40B4-BE49-F238E27FC236}">
                <a16:creationId xmlns:a16="http://schemas.microsoft.com/office/drawing/2014/main" id="{15B1A8A8-87BA-7510-E43C-B895E6FDEB55}"/>
              </a:ext>
            </a:extLst>
          </p:cNvPr>
          <p:cNvSpPr/>
          <p:nvPr/>
        </p:nvSpPr>
        <p:spPr>
          <a:xfrm>
            <a:off x="7225159" y="5632943"/>
            <a:ext cx="1315736" cy="1152964"/>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AU" sz="1600" dirty="0"/>
          </a:p>
          <a:p>
            <a:pPr algn="ctr"/>
            <a:r>
              <a:rPr lang="en-AU" sz="1600" dirty="0"/>
              <a:t>Next Gen Portal</a:t>
            </a:r>
          </a:p>
        </p:txBody>
      </p:sp>
      <p:pic>
        <p:nvPicPr>
          <p:cNvPr id="47" name="Picture 46">
            <a:extLst>
              <a:ext uri="{FF2B5EF4-FFF2-40B4-BE49-F238E27FC236}">
                <a16:creationId xmlns:a16="http://schemas.microsoft.com/office/drawing/2014/main" id="{A4F96E80-A6B5-5296-1A29-25E1D8AB98F2}"/>
              </a:ext>
            </a:extLst>
          </p:cNvPr>
          <p:cNvPicPr>
            <a:picLocks noChangeAspect="1"/>
          </p:cNvPicPr>
          <p:nvPr/>
        </p:nvPicPr>
        <p:blipFill>
          <a:blip r:embed="rId10"/>
          <a:stretch>
            <a:fillRect/>
          </a:stretch>
        </p:blipFill>
        <p:spPr>
          <a:xfrm>
            <a:off x="7283104" y="5688113"/>
            <a:ext cx="1206562" cy="292115"/>
          </a:xfrm>
          <a:prstGeom prst="rect">
            <a:avLst/>
          </a:prstGeom>
        </p:spPr>
      </p:pic>
      <p:cxnSp>
        <p:nvCxnSpPr>
          <p:cNvPr id="49" name="Straight Arrow Connector 48">
            <a:extLst>
              <a:ext uri="{FF2B5EF4-FFF2-40B4-BE49-F238E27FC236}">
                <a16:creationId xmlns:a16="http://schemas.microsoft.com/office/drawing/2014/main" id="{2C910AB7-EF92-0026-5B34-F5C98E756629}"/>
              </a:ext>
            </a:extLst>
          </p:cNvPr>
          <p:cNvCxnSpPr>
            <a:cxnSpLocks/>
            <a:stCxn id="48" idx="0"/>
          </p:cNvCxnSpPr>
          <p:nvPr/>
        </p:nvCxnSpPr>
        <p:spPr>
          <a:xfrm flipV="1">
            <a:off x="7883027" y="4412100"/>
            <a:ext cx="1001229" cy="1220843"/>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cxnSp>
        <p:nvCxnSpPr>
          <p:cNvPr id="52" name="Straight Arrow Connector 51">
            <a:extLst>
              <a:ext uri="{FF2B5EF4-FFF2-40B4-BE49-F238E27FC236}">
                <a16:creationId xmlns:a16="http://schemas.microsoft.com/office/drawing/2014/main" id="{007B8CF3-24D3-BE61-9BC2-037EF89598B1}"/>
              </a:ext>
            </a:extLst>
          </p:cNvPr>
          <p:cNvCxnSpPr>
            <a:cxnSpLocks/>
            <a:stCxn id="20" idx="0"/>
          </p:cNvCxnSpPr>
          <p:nvPr/>
        </p:nvCxnSpPr>
        <p:spPr>
          <a:xfrm flipH="1" flipV="1">
            <a:off x="5105229" y="4464801"/>
            <a:ext cx="1118701" cy="1169158"/>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sp>
        <p:nvSpPr>
          <p:cNvPr id="55" name="Rectangle: Rounded Corners 54">
            <a:extLst>
              <a:ext uri="{FF2B5EF4-FFF2-40B4-BE49-F238E27FC236}">
                <a16:creationId xmlns:a16="http://schemas.microsoft.com/office/drawing/2014/main" id="{8414BF3A-1DB7-C187-D88D-D458C709385B}"/>
              </a:ext>
            </a:extLst>
          </p:cNvPr>
          <p:cNvSpPr/>
          <p:nvPr/>
        </p:nvSpPr>
        <p:spPr>
          <a:xfrm>
            <a:off x="3611880" y="3199646"/>
            <a:ext cx="727916" cy="750555"/>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6" name="Rectangle: Rounded Corners 55">
            <a:extLst>
              <a:ext uri="{FF2B5EF4-FFF2-40B4-BE49-F238E27FC236}">
                <a16:creationId xmlns:a16="http://schemas.microsoft.com/office/drawing/2014/main" id="{C35AECF6-9FE3-0189-A7CC-52D94F4AA064}"/>
              </a:ext>
            </a:extLst>
          </p:cNvPr>
          <p:cNvSpPr/>
          <p:nvPr/>
        </p:nvSpPr>
        <p:spPr>
          <a:xfrm>
            <a:off x="2216455" y="3214509"/>
            <a:ext cx="1619163" cy="794377"/>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7" name="Rectangle: Rounded Corners 56">
            <a:extLst>
              <a:ext uri="{FF2B5EF4-FFF2-40B4-BE49-F238E27FC236}">
                <a16:creationId xmlns:a16="http://schemas.microsoft.com/office/drawing/2014/main" id="{171B963C-AEC3-47EB-9690-41A09872F3ED}"/>
              </a:ext>
            </a:extLst>
          </p:cNvPr>
          <p:cNvSpPr/>
          <p:nvPr/>
        </p:nvSpPr>
        <p:spPr>
          <a:xfrm>
            <a:off x="2184741" y="2238859"/>
            <a:ext cx="2861502" cy="851813"/>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0" name="Picture 59">
            <a:extLst>
              <a:ext uri="{FF2B5EF4-FFF2-40B4-BE49-F238E27FC236}">
                <a16:creationId xmlns:a16="http://schemas.microsoft.com/office/drawing/2014/main" id="{0E0B08E4-AEF7-3886-C055-B1DA67E52C8B}"/>
              </a:ext>
            </a:extLst>
          </p:cNvPr>
          <p:cNvPicPr>
            <a:picLocks noChangeAspect="1"/>
          </p:cNvPicPr>
          <p:nvPr/>
        </p:nvPicPr>
        <p:blipFill>
          <a:blip r:embed="rId11"/>
          <a:stretch>
            <a:fillRect/>
          </a:stretch>
        </p:blipFill>
        <p:spPr>
          <a:xfrm>
            <a:off x="8915037" y="4073758"/>
            <a:ext cx="1524000" cy="939800"/>
          </a:xfrm>
          <a:prstGeom prst="rect">
            <a:avLst/>
          </a:prstGeom>
        </p:spPr>
      </p:pic>
      <p:pic>
        <p:nvPicPr>
          <p:cNvPr id="62" name="Picture 61">
            <a:extLst>
              <a:ext uri="{FF2B5EF4-FFF2-40B4-BE49-F238E27FC236}">
                <a16:creationId xmlns:a16="http://schemas.microsoft.com/office/drawing/2014/main" id="{942DAD73-15C4-11CD-5D0F-B46AF0AC25A8}"/>
              </a:ext>
            </a:extLst>
          </p:cNvPr>
          <p:cNvPicPr>
            <a:picLocks noChangeAspect="1"/>
          </p:cNvPicPr>
          <p:nvPr/>
        </p:nvPicPr>
        <p:blipFill>
          <a:blip r:embed="rId12"/>
          <a:stretch>
            <a:fillRect/>
          </a:stretch>
        </p:blipFill>
        <p:spPr>
          <a:xfrm>
            <a:off x="10374083" y="3192598"/>
            <a:ext cx="692150" cy="838200"/>
          </a:xfrm>
          <a:prstGeom prst="rect">
            <a:avLst/>
          </a:prstGeom>
        </p:spPr>
      </p:pic>
      <p:pic>
        <p:nvPicPr>
          <p:cNvPr id="64" name="Picture 63">
            <a:extLst>
              <a:ext uri="{FF2B5EF4-FFF2-40B4-BE49-F238E27FC236}">
                <a16:creationId xmlns:a16="http://schemas.microsoft.com/office/drawing/2014/main" id="{35E7628D-A581-A215-1A54-832608D35550}"/>
              </a:ext>
            </a:extLst>
          </p:cNvPr>
          <p:cNvPicPr>
            <a:picLocks noChangeAspect="1"/>
          </p:cNvPicPr>
          <p:nvPr/>
        </p:nvPicPr>
        <p:blipFill>
          <a:blip r:embed="rId13"/>
          <a:stretch>
            <a:fillRect/>
          </a:stretch>
        </p:blipFill>
        <p:spPr>
          <a:xfrm>
            <a:off x="10576881" y="4091112"/>
            <a:ext cx="698500" cy="939800"/>
          </a:xfrm>
          <a:prstGeom prst="rect">
            <a:avLst/>
          </a:prstGeom>
        </p:spPr>
      </p:pic>
      <p:pic>
        <p:nvPicPr>
          <p:cNvPr id="67" name="Picture 66">
            <a:extLst>
              <a:ext uri="{FF2B5EF4-FFF2-40B4-BE49-F238E27FC236}">
                <a16:creationId xmlns:a16="http://schemas.microsoft.com/office/drawing/2014/main" id="{6E456F73-391C-13BF-3B09-F69C50709B62}"/>
              </a:ext>
            </a:extLst>
          </p:cNvPr>
          <p:cNvPicPr>
            <a:picLocks noChangeAspect="1"/>
          </p:cNvPicPr>
          <p:nvPr/>
        </p:nvPicPr>
        <p:blipFill>
          <a:blip r:embed="rId14"/>
          <a:stretch>
            <a:fillRect/>
          </a:stretch>
        </p:blipFill>
        <p:spPr>
          <a:xfrm>
            <a:off x="6080560" y="3689073"/>
            <a:ext cx="1784350" cy="1384300"/>
          </a:xfrm>
          <a:prstGeom prst="rect">
            <a:avLst/>
          </a:prstGeom>
        </p:spPr>
      </p:pic>
      <p:cxnSp>
        <p:nvCxnSpPr>
          <p:cNvPr id="70" name="Straight Arrow Connector 69">
            <a:extLst>
              <a:ext uri="{FF2B5EF4-FFF2-40B4-BE49-F238E27FC236}">
                <a16:creationId xmlns:a16="http://schemas.microsoft.com/office/drawing/2014/main" id="{9097BFBA-C21C-C938-E4B8-1884EBFECE1B}"/>
              </a:ext>
            </a:extLst>
          </p:cNvPr>
          <p:cNvCxnSpPr>
            <a:cxnSpLocks/>
          </p:cNvCxnSpPr>
          <p:nvPr/>
        </p:nvCxnSpPr>
        <p:spPr>
          <a:xfrm flipV="1">
            <a:off x="6648439" y="3515270"/>
            <a:ext cx="0" cy="241348"/>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cxnSp>
        <p:nvCxnSpPr>
          <p:cNvPr id="72" name="Straight Arrow Connector 71">
            <a:extLst>
              <a:ext uri="{FF2B5EF4-FFF2-40B4-BE49-F238E27FC236}">
                <a16:creationId xmlns:a16="http://schemas.microsoft.com/office/drawing/2014/main" id="{5E956FCA-A044-3F5D-59D3-F954748D1F5E}"/>
              </a:ext>
            </a:extLst>
          </p:cNvPr>
          <p:cNvCxnSpPr>
            <a:cxnSpLocks/>
          </p:cNvCxnSpPr>
          <p:nvPr/>
        </p:nvCxnSpPr>
        <p:spPr>
          <a:xfrm>
            <a:off x="7225159" y="3515270"/>
            <a:ext cx="0" cy="241348"/>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spTree>
    <p:extLst>
      <p:ext uri="{BB962C8B-B14F-4D97-AF65-F5344CB8AC3E}">
        <p14:creationId xmlns:p14="http://schemas.microsoft.com/office/powerpoint/2010/main" val="8568270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Placeholder 13">
            <a:extLst>
              <a:ext uri="{FF2B5EF4-FFF2-40B4-BE49-F238E27FC236}">
                <a16:creationId xmlns:a16="http://schemas.microsoft.com/office/drawing/2014/main" id="{56943436-1DDB-E46C-E06B-45E93E51113F}"/>
              </a:ext>
            </a:extLst>
          </p:cNvPr>
          <p:cNvSpPr>
            <a:spLocks noGrp="1"/>
          </p:cNvSpPr>
          <p:nvPr>
            <p:ph type="body" sz="quarter" idx="10"/>
          </p:nvPr>
        </p:nvSpPr>
        <p:spPr>
          <a:xfrm>
            <a:off x="611063" y="202834"/>
            <a:ext cx="7947025" cy="933450"/>
          </a:xfrm>
        </p:spPr>
        <p:txBody>
          <a:bodyPr>
            <a:normAutofit/>
          </a:bodyPr>
          <a:lstStyle/>
          <a:p>
            <a:pPr marL="0" indent="0">
              <a:buNone/>
            </a:pPr>
            <a:r>
              <a:rPr lang="en-AU" dirty="0">
                <a:latin typeface="Canela Light"/>
              </a:rPr>
              <a:t>Future State</a:t>
            </a:r>
            <a:endParaRPr lang="en-US" dirty="0"/>
          </a:p>
        </p:txBody>
      </p:sp>
      <p:grpSp>
        <p:nvGrpSpPr>
          <p:cNvPr id="4" name="Group 3">
            <a:extLst>
              <a:ext uri="{FF2B5EF4-FFF2-40B4-BE49-F238E27FC236}">
                <a16:creationId xmlns:a16="http://schemas.microsoft.com/office/drawing/2014/main" id="{63B71146-6CC6-7EC7-6906-FADDE9A29723}"/>
              </a:ext>
            </a:extLst>
          </p:cNvPr>
          <p:cNvGrpSpPr/>
          <p:nvPr/>
        </p:nvGrpSpPr>
        <p:grpSpPr>
          <a:xfrm>
            <a:off x="8208418" y="5052582"/>
            <a:ext cx="2670175" cy="673466"/>
            <a:chOff x="349250" y="619125"/>
            <a:chExt cx="2670175" cy="744848"/>
          </a:xfrm>
        </p:grpSpPr>
        <p:sp>
          <p:nvSpPr>
            <p:cNvPr id="5" name="Rectangle: Rounded Corners 4">
              <a:extLst>
                <a:ext uri="{FF2B5EF4-FFF2-40B4-BE49-F238E27FC236}">
                  <a16:creationId xmlns:a16="http://schemas.microsoft.com/office/drawing/2014/main" id="{5403BC81-2866-CABF-B3C5-59992E75EDE0}"/>
                </a:ext>
              </a:extLst>
            </p:cNvPr>
            <p:cNvSpPr/>
            <p:nvPr/>
          </p:nvSpPr>
          <p:spPr>
            <a:xfrm>
              <a:off x="349250" y="619125"/>
              <a:ext cx="2670175" cy="744848"/>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AU" dirty="0"/>
            </a:p>
          </p:txBody>
        </p:sp>
        <p:pic>
          <p:nvPicPr>
            <p:cNvPr id="7" name="Picture 6">
              <a:extLst>
                <a:ext uri="{FF2B5EF4-FFF2-40B4-BE49-F238E27FC236}">
                  <a16:creationId xmlns:a16="http://schemas.microsoft.com/office/drawing/2014/main" id="{BEB88CE3-0F1B-D725-B7FE-D15DC8B524CE}"/>
                </a:ext>
              </a:extLst>
            </p:cNvPr>
            <p:cNvPicPr>
              <a:picLocks noChangeAspect="1"/>
            </p:cNvPicPr>
            <p:nvPr/>
          </p:nvPicPr>
          <p:blipFill>
            <a:blip r:embed="rId3"/>
            <a:stretch>
              <a:fillRect/>
            </a:stretch>
          </p:blipFill>
          <p:spPr>
            <a:xfrm>
              <a:off x="425407" y="662605"/>
              <a:ext cx="2565443" cy="653743"/>
            </a:xfrm>
            <a:prstGeom prst="rect">
              <a:avLst/>
            </a:prstGeom>
          </p:spPr>
        </p:pic>
      </p:grpSp>
      <p:cxnSp>
        <p:nvCxnSpPr>
          <p:cNvPr id="40" name="Straight Arrow Connector 39">
            <a:extLst>
              <a:ext uri="{FF2B5EF4-FFF2-40B4-BE49-F238E27FC236}">
                <a16:creationId xmlns:a16="http://schemas.microsoft.com/office/drawing/2014/main" id="{F9CAE98C-259A-AB79-18E9-954480BC051F}"/>
              </a:ext>
            </a:extLst>
          </p:cNvPr>
          <p:cNvCxnSpPr>
            <a:cxnSpLocks/>
          </p:cNvCxnSpPr>
          <p:nvPr/>
        </p:nvCxnSpPr>
        <p:spPr>
          <a:xfrm flipH="1">
            <a:off x="4000203" y="5550964"/>
            <a:ext cx="658214" cy="0"/>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pic>
        <p:nvPicPr>
          <p:cNvPr id="13" name="Picture 12">
            <a:extLst>
              <a:ext uri="{FF2B5EF4-FFF2-40B4-BE49-F238E27FC236}">
                <a16:creationId xmlns:a16="http://schemas.microsoft.com/office/drawing/2014/main" id="{18C15F96-E486-3C10-7987-2EE59712306C}"/>
              </a:ext>
            </a:extLst>
          </p:cNvPr>
          <p:cNvPicPr>
            <a:picLocks noChangeAspect="1"/>
          </p:cNvPicPr>
          <p:nvPr/>
        </p:nvPicPr>
        <p:blipFill>
          <a:blip r:embed="rId4"/>
          <a:stretch>
            <a:fillRect/>
          </a:stretch>
        </p:blipFill>
        <p:spPr>
          <a:xfrm>
            <a:off x="4646085" y="4616189"/>
            <a:ext cx="2305050" cy="1485900"/>
          </a:xfrm>
          <a:prstGeom prst="rect">
            <a:avLst/>
          </a:prstGeom>
        </p:spPr>
      </p:pic>
      <p:pic>
        <p:nvPicPr>
          <p:cNvPr id="21" name="Picture 20">
            <a:extLst>
              <a:ext uri="{FF2B5EF4-FFF2-40B4-BE49-F238E27FC236}">
                <a16:creationId xmlns:a16="http://schemas.microsoft.com/office/drawing/2014/main" id="{4839711F-626C-7789-5EEC-B618F0E79520}"/>
              </a:ext>
            </a:extLst>
          </p:cNvPr>
          <p:cNvPicPr>
            <a:picLocks noChangeAspect="1"/>
          </p:cNvPicPr>
          <p:nvPr/>
        </p:nvPicPr>
        <p:blipFill>
          <a:blip r:embed="rId5"/>
          <a:stretch>
            <a:fillRect/>
          </a:stretch>
        </p:blipFill>
        <p:spPr>
          <a:xfrm>
            <a:off x="4672775" y="4177074"/>
            <a:ext cx="2246065" cy="457020"/>
          </a:xfrm>
          <a:prstGeom prst="rect">
            <a:avLst/>
          </a:prstGeom>
        </p:spPr>
      </p:pic>
      <p:cxnSp>
        <p:nvCxnSpPr>
          <p:cNvPr id="24" name="Straight Arrow Connector 23">
            <a:extLst>
              <a:ext uri="{FF2B5EF4-FFF2-40B4-BE49-F238E27FC236}">
                <a16:creationId xmlns:a16="http://schemas.microsoft.com/office/drawing/2014/main" id="{6668EBA0-F521-9FD3-6C74-4E60AA62C3B5}"/>
              </a:ext>
            </a:extLst>
          </p:cNvPr>
          <p:cNvCxnSpPr>
            <a:cxnSpLocks/>
          </p:cNvCxnSpPr>
          <p:nvPr/>
        </p:nvCxnSpPr>
        <p:spPr>
          <a:xfrm>
            <a:off x="3921032" y="5251103"/>
            <a:ext cx="737385" cy="1"/>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cxnSp>
        <p:nvCxnSpPr>
          <p:cNvPr id="31" name="Straight Arrow Connector 30">
            <a:extLst>
              <a:ext uri="{FF2B5EF4-FFF2-40B4-BE49-F238E27FC236}">
                <a16:creationId xmlns:a16="http://schemas.microsoft.com/office/drawing/2014/main" id="{48CDE908-932A-86E8-2E63-5D06085C927A}"/>
              </a:ext>
            </a:extLst>
          </p:cNvPr>
          <p:cNvCxnSpPr>
            <a:cxnSpLocks/>
          </p:cNvCxnSpPr>
          <p:nvPr/>
        </p:nvCxnSpPr>
        <p:spPr>
          <a:xfrm>
            <a:off x="6918840" y="5257800"/>
            <a:ext cx="1289578" cy="0"/>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cxnSp>
        <p:nvCxnSpPr>
          <p:cNvPr id="32" name="Straight Arrow Connector 31">
            <a:extLst>
              <a:ext uri="{FF2B5EF4-FFF2-40B4-BE49-F238E27FC236}">
                <a16:creationId xmlns:a16="http://schemas.microsoft.com/office/drawing/2014/main" id="{29170387-C3B2-5BDA-1C79-76CC6463BF3C}"/>
              </a:ext>
            </a:extLst>
          </p:cNvPr>
          <p:cNvCxnSpPr>
            <a:cxnSpLocks/>
          </p:cNvCxnSpPr>
          <p:nvPr/>
        </p:nvCxnSpPr>
        <p:spPr>
          <a:xfrm flipH="1" flipV="1">
            <a:off x="6951135" y="5542019"/>
            <a:ext cx="1257283" cy="8945"/>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sp>
        <p:nvSpPr>
          <p:cNvPr id="48" name="Rectangle: Rounded Corners 47">
            <a:extLst>
              <a:ext uri="{FF2B5EF4-FFF2-40B4-BE49-F238E27FC236}">
                <a16:creationId xmlns:a16="http://schemas.microsoft.com/office/drawing/2014/main" id="{15B1A8A8-87BA-7510-E43C-B895E6FDEB55}"/>
              </a:ext>
            </a:extLst>
          </p:cNvPr>
          <p:cNvSpPr/>
          <p:nvPr/>
        </p:nvSpPr>
        <p:spPr>
          <a:xfrm>
            <a:off x="4679009" y="2557726"/>
            <a:ext cx="3960652" cy="1556937"/>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AU" sz="1600" dirty="0"/>
          </a:p>
          <a:p>
            <a:pPr algn="ctr"/>
            <a:endParaRPr lang="en-AU" sz="1600" dirty="0"/>
          </a:p>
          <a:p>
            <a:pPr algn="ctr"/>
            <a:endParaRPr lang="en-AU" sz="1600" dirty="0"/>
          </a:p>
          <a:p>
            <a:pPr algn="ctr"/>
            <a:r>
              <a:rPr lang="en-AU" sz="1600" dirty="0"/>
              <a:t>ASQA’s Next Gen Portal</a:t>
            </a:r>
          </a:p>
          <a:p>
            <a:pPr algn="ctr"/>
            <a:endParaRPr lang="en-AU" sz="1600" dirty="0"/>
          </a:p>
          <a:p>
            <a:pPr algn="ctr"/>
            <a:endParaRPr lang="en-AU" sz="1600" dirty="0"/>
          </a:p>
          <a:p>
            <a:pPr algn="ctr"/>
            <a:endParaRPr lang="en-AU" sz="1600" dirty="0"/>
          </a:p>
          <a:p>
            <a:pPr algn="ctr"/>
            <a:endParaRPr lang="en-AU" sz="1600" dirty="0"/>
          </a:p>
          <a:p>
            <a:pPr algn="ctr"/>
            <a:endParaRPr lang="en-AU" sz="1600" dirty="0"/>
          </a:p>
          <a:p>
            <a:pPr algn="ctr"/>
            <a:endParaRPr lang="en-AU" sz="1600" dirty="0"/>
          </a:p>
          <a:p>
            <a:pPr algn="ctr"/>
            <a:endParaRPr lang="en-AU" sz="1600" dirty="0"/>
          </a:p>
          <a:p>
            <a:pPr algn="ctr"/>
            <a:endParaRPr lang="en-AU" sz="1600" dirty="0"/>
          </a:p>
        </p:txBody>
      </p:sp>
      <p:pic>
        <p:nvPicPr>
          <p:cNvPr id="18" name="Picture 17">
            <a:extLst>
              <a:ext uri="{FF2B5EF4-FFF2-40B4-BE49-F238E27FC236}">
                <a16:creationId xmlns:a16="http://schemas.microsoft.com/office/drawing/2014/main" id="{D727F01E-AF20-990A-0372-6E18A30EBBF4}"/>
              </a:ext>
            </a:extLst>
          </p:cNvPr>
          <p:cNvPicPr>
            <a:picLocks noChangeAspect="1"/>
          </p:cNvPicPr>
          <p:nvPr/>
        </p:nvPicPr>
        <p:blipFill>
          <a:blip r:embed="rId6"/>
          <a:stretch>
            <a:fillRect/>
          </a:stretch>
        </p:blipFill>
        <p:spPr>
          <a:xfrm>
            <a:off x="4658417" y="914769"/>
            <a:ext cx="1784350" cy="1377950"/>
          </a:xfrm>
          <a:prstGeom prst="rect">
            <a:avLst/>
          </a:prstGeom>
        </p:spPr>
      </p:pic>
      <p:pic>
        <p:nvPicPr>
          <p:cNvPr id="23" name="Picture 22">
            <a:extLst>
              <a:ext uri="{FF2B5EF4-FFF2-40B4-BE49-F238E27FC236}">
                <a16:creationId xmlns:a16="http://schemas.microsoft.com/office/drawing/2014/main" id="{6C952DF2-86C9-7615-FE89-4BF8F29F25C8}"/>
              </a:ext>
            </a:extLst>
          </p:cNvPr>
          <p:cNvPicPr>
            <a:picLocks noChangeAspect="1"/>
          </p:cNvPicPr>
          <p:nvPr/>
        </p:nvPicPr>
        <p:blipFill>
          <a:blip r:embed="rId7"/>
          <a:stretch>
            <a:fillRect/>
          </a:stretch>
        </p:blipFill>
        <p:spPr>
          <a:xfrm>
            <a:off x="6791811" y="924294"/>
            <a:ext cx="1847850" cy="1358900"/>
          </a:xfrm>
          <a:prstGeom prst="rect">
            <a:avLst/>
          </a:prstGeom>
        </p:spPr>
      </p:pic>
      <p:pic>
        <p:nvPicPr>
          <p:cNvPr id="26" name="Picture 25">
            <a:extLst>
              <a:ext uri="{FF2B5EF4-FFF2-40B4-BE49-F238E27FC236}">
                <a16:creationId xmlns:a16="http://schemas.microsoft.com/office/drawing/2014/main" id="{A8111A5F-799A-5AEB-C5C6-0C7028066DD9}"/>
              </a:ext>
            </a:extLst>
          </p:cNvPr>
          <p:cNvPicPr>
            <a:picLocks noChangeAspect="1"/>
          </p:cNvPicPr>
          <p:nvPr/>
        </p:nvPicPr>
        <p:blipFill>
          <a:blip r:embed="rId8"/>
          <a:stretch>
            <a:fillRect/>
          </a:stretch>
        </p:blipFill>
        <p:spPr>
          <a:xfrm>
            <a:off x="8988705" y="884199"/>
            <a:ext cx="1784350" cy="1384300"/>
          </a:xfrm>
          <a:prstGeom prst="rect">
            <a:avLst/>
          </a:prstGeom>
        </p:spPr>
      </p:pic>
      <p:pic>
        <p:nvPicPr>
          <p:cNvPr id="38" name="Picture 37">
            <a:extLst>
              <a:ext uri="{FF2B5EF4-FFF2-40B4-BE49-F238E27FC236}">
                <a16:creationId xmlns:a16="http://schemas.microsoft.com/office/drawing/2014/main" id="{E2FB3940-6E53-FB13-8BA1-F8315D74CC99}"/>
              </a:ext>
            </a:extLst>
          </p:cNvPr>
          <p:cNvPicPr>
            <a:picLocks noChangeAspect="1"/>
          </p:cNvPicPr>
          <p:nvPr/>
        </p:nvPicPr>
        <p:blipFill>
          <a:blip r:embed="rId9"/>
          <a:stretch>
            <a:fillRect/>
          </a:stretch>
        </p:blipFill>
        <p:spPr>
          <a:xfrm>
            <a:off x="5212080" y="2820058"/>
            <a:ext cx="2903262" cy="1267780"/>
          </a:xfrm>
          <a:prstGeom prst="rect">
            <a:avLst/>
          </a:prstGeom>
        </p:spPr>
      </p:pic>
      <p:pic>
        <p:nvPicPr>
          <p:cNvPr id="9" name="Picture 8">
            <a:extLst>
              <a:ext uri="{FF2B5EF4-FFF2-40B4-BE49-F238E27FC236}">
                <a16:creationId xmlns:a16="http://schemas.microsoft.com/office/drawing/2014/main" id="{A2278497-0FEC-2D1C-1CB6-5A9A5517196C}"/>
              </a:ext>
            </a:extLst>
          </p:cNvPr>
          <p:cNvPicPr>
            <a:picLocks noChangeAspect="1"/>
          </p:cNvPicPr>
          <p:nvPr/>
        </p:nvPicPr>
        <p:blipFill>
          <a:blip r:embed="rId10"/>
          <a:stretch>
            <a:fillRect/>
          </a:stretch>
        </p:blipFill>
        <p:spPr>
          <a:xfrm>
            <a:off x="552936" y="894969"/>
            <a:ext cx="3390900" cy="5543550"/>
          </a:xfrm>
          <a:prstGeom prst="rect">
            <a:avLst/>
          </a:prstGeom>
        </p:spPr>
      </p:pic>
    </p:spTree>
    <p:extLst>
      <p:ext uri="{BB962C8B-B14F-4D97-AF65-F5344CB8AC3E}">
        <p14:creationId xmlns:p14="http://schemas.microsoft.com/office/powerpoint/2010/main" val="23638667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B103DF06D9A1F4BAB301E1B119A96FA" ma:contentTypeVersion="17" ma:contentTypeDescription="Create a new document." ma:contentTypeScope="" ma:versionID="5386c783e83a8cb7ed27ca2730bc68e3">
  <xsd:schema xmlns:xsd="http://www.w3.org/2001/XMLSchema" xmlns:xs="http://www.w3.org/2001/XMLSchema" xmlns:p="http://schemas.microsoft.com/office/2006/metadata/properties" xmlns:ns2="07a71ae5-5696-4701-a481-f0a85a29544f" xmlns:ns3="e82d4c87-8f4b-489a-ac5a-dba3f8692c2f" targetNamespace="http://schemas.microsoft.com/office/2006/metadata/properties" ma:root="true" ma:fieldsID="ae801b37174e578afa041315cd41da1b" ns2:_="" ns3:_="">
    <xsd:import namespace="07a71ae5-5696-4701-a481-f0a85a29544f"/>
    <xsd:import namespace="e82d4c87-8f4b-489a-ac5a-dba3f8692c2f"/>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ServiceDateTaken" minOccurs="0"/>
                <xsd:element ref="ns2:MediaLengthInSeconds" minOccurs="0"/>
                <xsd:element ref="ns2:MediaServiceObjectDetectorVersions" minOccurs="0"/>
                <xsd:element ref="ns2:MediaServiceSearchProperties" minOccurs="0"/>
                <xsd:element ref="ns2: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7a71ae5-5696-4701-a481-f0a85a29544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7147e460-a74b-4414-8224-31362e5846fd" ma:termSetId="09814cd3-568e-fe90-9814-8d621ff8fb84" ma:anchorId="fba54fb3-c3e1-fe81-a776-ca4b69148c4d" ma:open="true" ma:isKeyword="false">
      <xsd:complexType>
        <xsd:sequence>
          <xsd:element ref="pc:Terms" minOccurs="0" maxOccurs="1"/>
        </xsd:sequence>
      </xsd:complex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DateTaken" ma:index="20" nillable="true" ma:displayName="MediaServiceDateTaken" ma:hidden="true" ma:internalName="MediaServiceDateTaken"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Activity" ma:index="24" nillable="true" ma:displayName="Activity" ma:format="Dropdown" ma:internalName="Activity">
      <xsd:simpleType>
        <xsd:restriction base="dms:Choice">
          <xsd:enumeration value="Change"/>
          <xsd:enumeration value="Delivery"/>
          <xsd:enumeration value="Implementation"/>
          <xsd:enumeration value="Choice 4"/>
        </xsd:restriction>
      </xsd:simpleType>
    </xsd:element>
  </xsd:schema>
  <xsd:schema xmlns:xsd="http://www.w3.org/2001/XMLSchema" xmlns:xs="http://www.w3.org/2001/XMLSchema" xmlns:dms="http://schemas.microsoft.com/office/2006/documentManagement/types" xmlns:pc="http://schemas.microsoft.com/office/infopath/2007/PartnerControls" targetNamespace="e82d4c87-8f4b-489a-ac5a-dba3f8692c2f"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6fcaec15-078c-4c4d-b6bb-fe31f5378d74}" ma:internalName="TaxCatchAll" ma:showField="CatchAllData" ma:web="e82d4c87-8f4b-489a-ac5a-dba3f8692c2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Activity xmlns="07a71ae5-5696-4701-a481-f0a85a29544f" xsi:nil="true"/>
    <lcf76f155ced4ddcb4097134ff3c332f xmlns="07a71ae5-5696-4701-a481-f0a85a29544f">
      <Terms xmlns="http://schemas.microsoft.com/office/infopath/2007/PartnerControls"/>
    </lcf76f155ced4ddcb4097134ff3c332f>
    <TaxCatchAll xmlns="e82d4c87-8f4b-489a-ac5a-dba3f8692c2f"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D334771-45FA-4879-903B-B29E812622C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7a71ae5-5696-4701-a481-f0a85a29544f"/>
    <ds:schemaRef ds:uri="e82d4c87-8f4b-489a-ac5a-dba3f8692c2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B46F728-AB78-4D6C-8A2F-CFD910508AD1}">
  <ds:schemaRefs>
    <ds:schemaRef ds:uri="http://schemas.microsoft.com/office/2006/metadata/properties"/>
    <ds:schemaRef ds:uri="http://schemas.microsoft.com/office/infopath/2007/PartnerControls"/>
    <ds:schemaRef ds:uri="07a71ae5-5696-4701-a481-f0a85a29544f"/>
    <ds:schemaRef ds:uri="e82d4c87-8f4b-489a-ac5a-dba3f8692c2f"/>
  </ds:schemaRefs>
</ds:datastoreItem>
</file>

<file path=customXml/itemProps3.xml><?xml version="1.0" encoding="utf-8"?>
<ds:datastoreItem xmlns:ds="http://schemas.openxmlformats.org/officeDocument/2006/customXml" ds:itemID="{3BE39E0E-B837-47B5-BAF1-03E810550B8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8715</TotalTime>
  <Words>393</Words>
  <Application>Microsoft Office PowerPoint</Application>
  <PresentationFormat>Widescreen</PresentationFormat>
  <Paragraphs>82</Paragraphs>
  <Slides>9</Slides>
  <Notes>9</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Digital Transformation Program   Decommissioning Strategy Walkthrough  </vt:lpstr>
      <vt:lpstr>PowerPoint Presentation</vt:lpstr>
      <vt:lpstr>PowerPoint Presentation</vt:lpstr>
      <vt:lpstr>Module Decommissioning Process</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KING-SMITH,Jamie</dc:creator>
  <cp:lastModifiedBy>KING-SMITH,Jamie</cp:lastModifiedBy>
  <cp:revision>2</cp:revision>
  <dcterms:created xsi:type="dcterms:W3CDTF">2024-11-06T19:30:23Z</dcterms:created>
  <dcterms:modified xsi:type="dcterms:W3CDTF">2025-12-18T07:37:02Z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79d889eb-932f-4752-8739-64d25806ef64_Enabled">
    <vt:lpwstr>true</vt:lpwstr>
  </property>
  <property fmtid="{D5CDD505-2E9C-101B-9397-08002B2CF9AE}" pid="3" name="MSIP_Label_79d889eb-932f-4752-8739-64d25806ef64_SetDate">
    <vt:lpwstr>2024-11-06T21:34:31Z</vt:lpwstr>
  </property>
  <property fmtid="{D5CDD505-2E9C-101B-9397-08002B2CF9AE}" pid="4" name="MSIP_Label_79d889eb-932f-4752-8739-64d25806ef64_Method">
    <vt:lpwstr>Privileged</vt:lpwstr>
  </property>
  <property fmtid="{D5CDD505-2E9C-101B-9397-08002B2CF9AE}" pid="5" name="MSIP_Label_79d889eb-932f-4752-8739-64d25806ef64_Name">
    <vt:lpwstr>79d889eb-932f-4752-8739-64d25806ef64</vt:lpwstr>
  </property>
  <property fmtid="{D5CDD505-2E9C-101B-9397-08002B2CF9AE}" pid="6" name="MSIP_Label_79d889eb-932f-4752-8739-64d25806ef64_SiteId">
    <vt:lpwstr>dd0cfd15-4558-4b12-8bad-ea26984fc417</vt:lpwstr>
  </property>
  <property fmtid="{D5CDD505-2E9C-101B-9397-08002B2CF9AE}" pid="7" name="MSIP_Label_79d889eb-932f-4752-8739-64d25806ef64_ActionId">
    <vt:lpwstr>41180b8b-df49-4b64-b34b-3150fb09aa58</vt:lpwstr>
  </property>
  <property fmtid="{D5CDD505-2E9C-101B-9397-08002B2CF9AE}" pid="8" name="MSIP_Label_79d889eb-932f-4752-8739-64d25806ef64_ContentBits">
    <vt:lpwstr>0</vt:lpwstr>
  </property>
  <property fmtid="{D5CDD505-2E9C-101B-9397-08002B2CF9AE}" pid="9" name="ContentTypeId">
    <vt:lpwstr>0x0101006B103DF06D9A1F4BAB301E1B119A96FA</vt:lpwstr>
  </property>
</Properties>
</file>