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4194" r:id="rId5"/>
    <p:sldId id="4195" r:id="rId6"/>
    <p:sldId id="4196" r:id="rId7"/>
    <p:sldId id="4197" r:id="rId8"/>
    <p:sldId id="4198" r:id="rId9"/>
    <p:sldId id="4199" r:id="rId10"/>
    <p:sldId id="4200" r:id="rId11"/>
    <p:sldId id="420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G-SMITH,Jamie" userId="34395e6c-4a38-4176-8c16-0d38af5f937f" providerId="ADAL" clId="{A8761774-6D83-4F2B-B2D6-21C4C0AFCF80}"/>
    <pc:docChg chg="custSel addSld modSld sldOrd">
      <pc:chgData name="KING-SMITH,Jamie" userId="34395e6c-4a38-4176-8c16-0d38af5f937f" providerId="ADAL" clId="{A8761774-6D83-4F2B-B2D6-21C4C0AFCF80}" dt="2025-09-09T20:52:26.917" v="5" actId="1032"/>
      <pc:docMkLst>
        <pc:docMk/>
      </pc:docMkLst>
      <pc:sldChg chg="addSp delSp modSp add mod ord">
        <pc:chgData name="KING-SMITH,Jamie" userId="34395e6c-4a38-4176-8c16-0d38af5f937f" providerId="ADAL" clId="{A8761774-6D83-4F2B-B2D6-21C4C0AFCF80}" dt="2025-09-09T20:52:26.917" v="5" actId="1032"/>
        <pc:sldMkLst>
          <pc:docMk/>
          <pc:sldMk cId="572760733" sldId="4201"/>
        </pc:sldMkLst>
        <pc:spChg chg="del">
          <ac:chgData name="KING-SMITH,Jamie" userId="34395e6c-4a38-4176-8c16-0d38af5f937f" providerId="ADAL" clId="{A8761774-6D83-4F2B-B2D6-21C4C0AFCF80}" dt="2025-09-09T20:50:49.290" v="3" actId="478"/>
          <ac:spMkLst>
            <pc:docMk/>
            <pc:sldMk cId="572760733" sldId="4201"/>
            <ac:spMk id="12" creationId="{EB593DEE-4863-B064-5298-F28B25C16D2A}"/>
          </ac:spMkLst>
        </pc:spChg>
        <pc:spChg chg="del">
          <ac:chgData name="KING-SMITH,Jamie" userId="34395e6c-4a38-4176-8c16-0d38af5f937f" providerId="ADAL" clId="{A8761774-6D83-4F2B-B2D6-21C4C0AFCF80}" dt="2025-09-09T20:50:52.597" v="4" actId="478"/>
          <ac:spMkLst>
            <pc:docMk/>
            <pc:sldMk cId="572760733" sldId="4201"/>
            <ac:spMk id="54" creationId="{92B1C179-99D4-B93C-6DC3-BBB646CB18EE}"/>
          </ac:spMkLst>
        </pc:spChg>
        <pc:spChg chg="del">
          <ac:chgData name="KING-SMITH,Jamie" userId="34395e6c-4a38-4176-8c16-0d38af5f937f" providerId="ADAL" clId="{A8761774-6D83-4F2B-B2D6-21C4C0AFCF80}" dt="2025-09-09T20:50:49.290" v="3" actId="478"/>
          <ac:spMkLst>
            <pc:docMk/>
            <pc:sldMk cId="572760733" sldId="4201"/>
            <ac:spMk id="55" creationId="{14F2DEF9-A041-434D-2BB6-E09E409F56E7}"/>
          </ac:spMkLst>
        </pc:spChg>
        <pc:spChg chg="del">
          <ac:chgData name="KING-SMITH,Jamie" userId="34395e6c-4a38-4176-8c16-0d38af5f937f" providerId="ADAL" clId="{A8761774-6D83-4F2B-B2D6-21C4C0AFCF80}" dt="2025-09-09T20:50:49.290" v="3" actId="478"/>
          <ac:spMkLst>
            <pc:docMk/>
            <pc:sldMk cId="572760733" sldId="4201"/>
            <ac:spMk id="56" creationId="{51D4DF87-373B-8266-57DA-A276FE1B1E4D}"/>
          </ac:spMkLst>
        </pc:spChg>
        <pc:spChg chg="del">
          <ac:chgData name="KING-SMITH,Jamie" userId="34395e6c-4a38-4176-8c16-0d38af5f937f" providerId="ADAL" clId="{A8761774-6D83-4F2B-B2D6-21C4C0AFCF80}" dt="2025-09-09T20:50:49.290" v="3" actId="478"/>
          <ac:spMkLst>
            <pc:docMk/>
            <pc:sldMk cId="572760733" sldId="4201"/>
            <ac:spMk id="58" creationId="{64E7E85E-A2B9-7117-D359-7FD8879547BD}"/>
          </ac:spMkLst>
        </pc:spChg>
        <pc:grpChg chg="del">
          <ac:chgData name="KING-SMITH,Jamie" userId="34395e6c-4a38-4176-8c16-0d38af5f937f" providerId="ADAL" clId="{A8761774-6D83-4F2B-B2D6-21C4C0AFCF80}" dt="2025-09-09T20:50:49.290" v="3" actId="478"/>
          <ac:grpSpMkLst>
            <pc:docMk/>
            <pc:sldMk cId="572760733" sldId="4201"/>
            <ac:grpSpMk id="4" creationId="{C7E2574C-28ED-3977-4CA0-8825D8ED7A06}"/>
          </ac:grpSpMkLst>
        </pc:grpChg>
        <pc:grpChg chg="del">
          <ac:chgData name="KING-SMITH,Jamie" userId="34395e6c-4a38-4176-8c16-0d38af5f937f" providerId="ADAL" clId="{A8761774-6D83-4F2B-B2D6-21C4C0AFCF80}" dt="2025-09-09T20:50:52.597" v="4" actId="478"/>
          <ac:grpSpMkLst>
            <pc:docMk/>
            <pc:sldMk cId="572760733" sldId="4201"/>
            <ac:grpSpMk id="17" creationId="{B57135DA-BD93-193E-7933-C37789A4B163}"/>
          </ac:grpSpMkLst>
        </pc:grpChg>
        <pc:grpChg chg="del">
          <ac:chgData name="KING-SMITH,Jamie" userId="34395e6c-4a38-4176-8c16-0d38af5f937f" providerId="ADAL" clId="{A8761774-6D83-4F2B-B2D6-21C4C0AFCF80}" dt="2025-09-09T20:50:49.290" v="3" actId="478"/>
          <ac:grpSpMkLst>
            <pc:docMk/>
            <pc:sldMk cId="572760733" sldId="4201"/>
            <ac:grpSpMk id="33" creationId="{36100125-C5A4-EE9F-81B1-3EB9738B3B95}"/>
          </ac:grpSpMkLst>
        </pc:grpChg>
        <pc:graphicFrameChg chg="add modGraphic">
          <ac:chgData name="KING-SMITH,Jamie" userId="34395e6c-4a38-4176-8c16-0d38af5f937f" providerId="ADAL" clId="{A8761774-6D83-4F2B-B2D6-21C4C0AFCF80}" dt="2025-09-09T20:52:26.917" v="5" actId="1032"/>
          <ac:graphicFrameMkLst>
            <pc:docMk/>
            <pc:sldMk cId="572760733" sldId="4201"/>
            <ac:graphicFrameMk id="2" creationId="{46C69C2A-D8E0-4C68-6245-F0BC7E9B51D3}"/>
          </ac:graphicFrameMkLst>
        </pc:graphicFrameChg>
        <pc:picChg chg="del">
          <ac:chgData name="KING-SMITH,Jamie" userId="34395e6c-4a38-4176-8c16-0d38af5f937f" providerId="ADAL" clId="{A8761774-6D83-4F2B-B2D6-21C4C0AFCF80}" dt="2025-09-09T20:50:52.597" v="4" actId="478"/>
          <ac:picMkLst>
            <pc:docMk/>
            <pc:sldMk cId="572760733" sldId="4201"/>
            <ac:picMk id="63" creationId="{0FA144E7-5C05-44AC-9847-B1BE7E7B5FAE}"/>
          </ac:picMkLst>
        </pc:picChg>
        <pc:picChg chg="del">
          <ac:chgData name="KING-SMITH,Jamie" userId="34395e6c-4a38-4176-8c16-0d38af5f937f" providerId="ADAL" clId="{A8761774-6D83-4F2B-B2D6-21C4C0AFCF80}" dt="2025-09-09T20:50:52.597" v="4" actId="478"/>
          <ac:picMkLst>
            <pc:docMk/>
            <pc:sldMk cId="572760733" sldId="4201"/>
            <ac:picMk id="64" creationId="{018CF1CB-BF84-0935-7D6F-D908BBD93B95}"/>
          </ac:picMkLst>
        </pc:picChg>
        <pc:picChg chg="del">
          <ac:chgData name="KING-SMITH,Jamie" userId="34395e6c-4a38-4176-8c16-0d38af5f937f" providerId="ADAL" clId="{A8761774-6D83-4F2B-B2D6-21C4C0AFCF80}" dt="2025-09-09T20:50:52.597" v="4" actId="478"/>
          <ac:picMkLst>
            <pc:docMk/>
            <pc:sldMk cId="572760733" sldId="4201"/>
            <ac:picMk id="66" creationId="{FAF6CF5E-8795-9648-A4BD-8C8B003F949B}"/>
          </ac:picMkLst>
        </pc:picChg>
        <pc:cxnChg chg="del">
          <ac:chgData name="KING-SMITH,Jamie" userId="34395e6c-4a38-4176-8c16-0d38af5f937f" providerId="ADAL" clId="{A8761774-6D83-4F2B-B2D6-21C4C0AFCF80}" dt="2025-09-09T20:50:49.290" v="3" actId="478"/>
          <ac:cxnSpMkLst>
            <pc:docMk/>
            <pc:sldMk cId="572760733" sldId="4201"/>
            <ac:cxnSpMk id="10" creationId="{448CE509-6064-15F1-191E-AF9B702F5A59}"/>
          </ac:cxnSpMkLst>
        </pc:cxnChg>
        <pc:cxnChg chg="del">
          <ac:chgData name="KING-SMITH,Jamie" userId="34395e6c-4a38-4176-8c16-0d38af5f937f" providerId="ADAL" clId="{A8761774-6D83-4F2B-B2D6-21C4C0AFCF80}" dt="2025-09-09T20:50:49.290" v="3" actId="478"/>
          <ac:cxnSpMkLst>
            <pc:docMk/>
            <pc:sldMk cId="572760733" sldId="4201"/>
            <ac:cxnSpMk id="34" creationId="{D6BE3DCF-B6F1-8CE4-112F-437B0AAEA404}"/>
          </ac:cxnSpMkLst>
        </pc:cxnChg>
        <pc:cxnChg chg="del">
          <ac:chgData name="KING-SMITH,Jamie" userId="34395e6c-4a38-4176-8c16-0d38af5f937f" providerId="ADAL" clId="{A8761774-6D83-4F2B-B2D6-21C4C0AFCF80}" dt="2025-09-09T20:50:49.290" v="3" actId="478"/>
          <ac:cxnSpMkLst>
            <pc:docMk/>
            <pc:sldMk cId="572760733" sldId="4201"/>
            <ac:cxnSpMk id="46" creationId="{EE9E1190-2E8F-1979-6300-4182187F84BE}"/>
          </ac:cxnSpMkLst>
        </pc:cxnChg>
        <pc:cxnChg chg="del">
          <ac:chgData name="KING-SMITH,Jamie" userId="34395e6c-4a38-4176-8c16-0d38af5f937f" providerId="ADAL" clId="{A8761774-6D83-4F2B-B2D6-21C4C0AFCF80}" dt="2025-09-09T20:50:49.290" v="3" actId="478"/>
          <ac:cxnSpMkLst>
            <pc:docMk/>
            <pc:sldMk cId="572760733" sldId="4201"/>
            <ac:cxnSpMk id="49" creationId="{4B08DD6A-9DB8-A2AB-8AFD-A5CC62551691}"/>
          </ac:cxnSpMkLst>
        </pc:cxnChg>
      </pc:sldChg>
    </pc:docChg>
  </pc:docChgLst>
  <pc:docChgLst>
    <pc:chgData name="KING-SMITH,Jamie" userId="34395e6c-4a38-4176-8c16-0d38af5f937f" providerId="ADAL" clId="{904EBF58-4B0B-4078-9073-ED351E504B7A}"/>
    <pc:docChg chg="undo custSel addSld modSld sldOrd">
      <pc:chgData name="KING-SMITH,Jamie" userId="34395e6c-4a38-4176-8c16-0d38af5f937f" providerId="ADAL" clId="{904EBF58-4B0B-4078-9073-ED351E504B7A}" dt="2025-07-11T03:14:03.223" v="272" actId="1038"/>
      <pc:docMkLst>
        <pc:docMk/>
      </pc:docMkLst>
      <pc:sldChg chg="addSp modSp mod">
        <pc:chgData name="KING-SMITH,Jamie" userId="34395e6c-4a38-4176-8c16-0d38af5f937f" providerId="ADAL" clId="{904EBF58-4B0B-4078-9073-ED351E504B7A}" dt="2025-07-09T04:27:06.160" v="14" actId="14100"/>
        <pc:sldMkLst>
          <pc:docMk/>
          <pc:sldMk cId="2363866733" sldId="4194"/>
        </pc:sldMkLst>
        <pc:cxnChg chg="add mod">
          <ac:chgData name="KING-SMITH,Jamie" userId="34395e6c-4a38-4176-8c16-0d38af5f937f" providerId="ADAL" clId="{904EBF58-4B0B-4078-9073-ED351E504B7A}" dt="2025-07-09T04:27:06.160" v="14" actId="14100"/>
          <ac:cxnSpMkLst>
            <pc:docMk/>
            <pc:sldMk cId="2363866733" sldId="4194"/>
            <ac:cxnSpMk id="68" creationId="{A23202B9-222E-80C2-CD3F-2F451416E3F2}"/>
          </ac:cxnSpMkLst>
        </pc:cxnChg>
      </pc:sldChg>
      <pc:sldChg chg="addSp modSp mod">
        <pc:chgData name="KING-SMITH,Jamie" userId="34395e6c-4a38-4176-8c16-0d38af5f937f" providerId="ADAL" clId="{904EBF58-4B0B-4078-9073-ED351E504B7A}" dt="2025-07-09T04:28:17.571" v="17" actId="14100"/>
        <pc:sldMkLst>
          <pc:docMk/>
          <pc:sldMk cId="4160067397" sldId="4195"/>
        </pc:sldMkLst>
        <pc:cxnChg chg="add mod">
          <ac:chgData name="KING-SMITH,Jamie" userId="34395e6c-4a38-4176-8c16-0d38af5f937f" providerId="ADAL" clId="{904EBF58-4B0B-4078-9073-ED351E504B7A}" dt="2025-07-09T04:28:17.571" v="17" actId="14100"/>
          <ac:cxnSpMkLst>
            <pc:docMk/>
            <pc:sldMk cId="4160067397" sldId="4195"/>
            <ac:cxnSpMk id="9" creationId="{6646506D-9F3A-101F-E270-915F3A4F237D}"/>
          </ac:cxnSpMkLst>
        </pc:cxnChg>
      </pc:sldChg>
      <pc:sldChg chg="addSp modSp mod">
        <pc:chgData name="KING-SMITH,Jamie" userId="34395e6c-4a38-4176-8c16-0d38af5f937f" providerId="ADAL" clId="{904EBF58-4B0B-4078-9073-ED351E504B7A}" dt="2025-07-09T04:28:35.539" v="20" actId="14100"/>
        <pc:sldMkLst>
          <pc:docMk/>
          <pc:sldMk cId="2657847348" sldId="4196"/>
        </pc:sldMkLst>
        <pc:picChg chg="add mod">
          <ac:chgData name="KING-SMITH,Jamie" userId="34395e6c-4a38-4176-8c16-0d38af5f937f" providerId="ADAL" clId="{904EBF58-4B0B-4078-9073-ED351E504B7A}" dt="2025-07-07T05:29:20.400" v="8" actId="14100"/>
          <ac:picMkLst>
            <pc:docMk/>
            <pc:sldMk cId="2657847348" sldId="4196"/>
            <ac:picMk id="2" creationId="{FDD57BEF-A8CF-D684-02D4-AED7AB0BAC1C}"/>
          </ac:picMkLst>
        </pc:picChg>
        <pc:cxnChg chg="add mod">
          <ac:chgData name="KING-SMITH,Jamie" userId="34395e6c-4a38-4176-8c16-0d38af5f937f" providerId="ADAL" clId="{904EBF58-4B0B-4078-9073-ED351E504B7A}" dt="2025-07-09T04:28:35.539" v="20" actId="14100"/>
          <ac:cxnSpMkLst>
            <pc:docMk/>
            <pc:sldMk cId="2657847348" sldId="4196"/>
            <ac:cxnSpMk id="9" creationId="{F8A07A5F-506D-2026-22CA-E8877266E250}"/>
          </ac:cxnSpMkLst>
        </pc:cxnChg>
      </pc:sldChg>
      <pc:sldChg chg="addSp modSp mod">
        <pc:chgData name="KING-SMITH,Jamie" userId="34395e6c-4a38-4176-8c16-0d38af5f937f" providerId="ADAL" clId="{904EBF58-4B0B-4078-9073-ED351E504B7A}" dt="2025-07-09T06:07:08.740" v="190" actId="14100"/>
        <pc:sldMkLst>
          <pc:docMk/>
          <pc:sldMk cId="1131075105" sldId="4197"/>
        </pc:sldMkLst>
        <pc:picChg chg="mod">
          <ac:chgData name="KING-SMITH,Jamie" userId="34395e6c-4a38-4176-8c16-0d38af5f937f" providerId="ADAL" clId="{904EBF58-4B0B-4078-9073-ED351E504B7A}" dt="2025-07-08T04:23:39.825" v="10" actId="1037"/>
          <ac:picMkLst>
            <pc:docMk/>
            <pc:sldMk cId="1131075105" sldId="4197"/>
            <ac:picMk id="9" creationId="{08ECAA69-0352-6DBC-C580-5EC17193E077}"/>
          </ac:picMkLst>
        </pc:picChg>
        <pc:cxnChg chg="add mod">
          <ac:chgData name="KING-SMITH,Jamie" userId="34395e6c-4a38-4176-8c16-0d38af5f937f" providerId="ADAL" clId="{904EBF58-4B0B-4078-9073-ED351E504B7A}" dt="2025-07-09T06:07:08.740" v="190" actId="14100"/>
          <ac:cxnSpMkLst>
            <pc:docMk/>
            <pc:sldMk cId="1131075105" sldId="4197"/>
            <ac:cxnSpMk id="10" creationId="{F1C410CF-FD8F-33DF-A39E-C527775D1542}"/>
          </ac:cxnSpMkLst>
        </pc:cxnChg>
      </pc:sldChg>
      <pc:sldChg chg="modSp mod">
        <pc:chgData name="KING-SMITH,Jamie" userId="34395e6c-4a38-4176-8c16-0d38af5f937f" providerId="ADAL" clId="{904EBF58-4B0B-4078-9073-ED351E504B7A}" dt="2025-07-09T04:30:08.724" v="25" actId="1076"/>
        <pc:sldMkLst>
          <pc:docMk/>
          <pc:sldMk cId="386268349" sldId="4198"/>
        </pc:sldMkLst>
        <pc:spChg chg="mod">
          <ac:chgData name="KING-SMITH,Jamie" userId="34395e6c-4a38-4176-8c16-0d38af5f937f" providerId="ADAL" clId="{904EBF58-4B0B-4078-9073-ED351E504B7A}" dt="2025-07-09T04:29:37.543" v="24" actId="1076"/>
          <ac:spMkLst>
            <pc:docMk/>
            <pc:sldMk cId="386268349" sldId="4198"/>
            <ac:spMk id="12" creationId="{C552BD2B-4662-2ADF-3189-B274E1858D82}"/>
          </ac:spMkLst>
        </pc:spChg>
        <pc:spChg chg="mod">
          <ac:chgData name="KING-SMITH,Jamie" userId="34395e6c-4a38-4176-8c16-0d38af5f937f" providerId="ADAL" clId="{904EBF58-4B0B-4078-9073-ED351E504B7A}" dt="2025-07-09T04:29:37.543" v="24" actId="1076"/>
          <ac:spMkLst>
            <pc:docMk/>
            <pc:sldMk cId="386268349" sldId="4198"/>
            <ac:spMk id="54" creationId="{B5D83995-B7E7-F0A1-120A-27D1C4506694}"/>
          </ac:spMkLst>
        </pc:spChg>
        <pc:spChg chg="mod">
          <ac:chgData name="KING-SMITH,Jamie" userId="34395e6c-4a38-4176-8c16-0d38af5f937f" providerId="ADAL" clId="{904EBF58-4B0B-4078-9073-ED351E504B7A}" dt="2025-07-09T04:29:37.543" v="24" actId="1076"/>
          <ac:spMkLst>
            <pc:docMk/>
            <pc:sldMk cId="386268349" sldId="4198"/>
            <ac:spMk id="55" creationId="{9322A97A-E37A-0DEB-1E5A-6AC636A81DE3}"/>
          </ac:spMkLst>
        </pc:spChg>
        <pc:spChg chg="mod">
          <ac:chgData name="KING-SMITH,Jamie" userId="34395e6c-4a38-4176-8c16-0d38af5f937f" providerId="ADAL" clId="{904EBF58-4B0B-4078-9073-ED351E504B7A}" dt="2025-07-09T04:29:37.543" v="24" actId="1076"/>
          <ac:spMkLst>
            <pc:docMk/>
            <pc:sldMk cId="386268349" sldId="4198"/>
            <ac:spMk id="56" creationId="{03B6EFE3-03BE-6AC3-B2CA-47FD3B366D37}"/>
          </ac:spMkLst>
        </pc:spChg>
        <pc:spChg chg="mod">
          <ac:chgData name="KING-SMITH,Jamie" userId="34395e6c-4a38-4176-8c16-0d38af5f937f" providerId="ADAL" clId="{904EBF58-4B0B-4078-9073-ED351E504B7A}" dt="2025-07-09T04:29:37.543" v="24" actId="1076"/>
          <ac:spMkLst>
            <pc:docMk/>
            <pc:sldMk cId="386268349" sldId="4198"/>
            <ac:spMk id="58" creationId="{EE57E0A5-95CB-43AB-52BC-1B0E7BB0A97A}"/>
          </ac:spMkLst>
        </pc:spChg>
        <pc:grpChg chg="mod">
          <ac:chgData name="KING-SMITH,Jamie" userId="34395e6c-4a38-4176-8c16-0d38af5f937f" providerId="ADAL" clId="{904EBF58-4B0B-4078-9073-ED351E504B7A}" dt="2025-07-09T04:30:08.724" v="25" actId="1076"/>
          <ac:grpSpMkLst>
            <pc:docMk/>
            <pc:sldMk cId="386268349" sldId="4198"/>
            <ac:grpSpMk id="4" creationId="{ECFF2019-26B5-EE3A-0469-56C15F448CFF}"/>
          </ac:grpSpMkLst>
        </pc:grpChg>
        <pc:grpChg chg="mod">
          <ac:chgData name="KING-SMITH,Jamie" userId="34395e6c-4a38-4176-8c16-0d38af5f937f" providerId="ADAL" clId="{904EBF58-4B0B-4078-9073-ED351E504B7A}" dt="2025-07-09T04:29:37.543" v="24" actId="1076"/>
          <ac:grpSpMkLst>
            <pc:docMk/>
            <pc:sldMk cId="386268349" sldId="4198"/>
            <ac:grpSpMk id="17" creationId="{A4F3BBEA-5092-6BDD-9787-325973C8435B}"/>
          </ac:grpSpMkLst>
        </pc:grpChg>
        <pc:grpChg chg="mod">
          <ac:chgData name="KING-SMITH,Jamie" userId="34395e6c-4a38-4176-8c16-0d38af5f937f" providerId="ADAL" clId="{904EBF58-4B0B-4078-9073-ED351E504B7A}" dt="2025-07-09T04:30:08.724" v="25" actId="1076"/>
          <ac:grpSpMkLst>
            <pc:docMk/>
            <pc:sldMk cId="386268349" sldId="4198"/>
            <ac:grpSpMk id="33" creationId="{2FFFB923-638B-309A-9931-B37A415B4AEC}"/>
          </ac:grpSpMkLst>
        </pc:grpChg>
        <pc:picChg chg="mod">
          <ac:chgData name="KING-SMITH,Jamie" userId="34395e6c-4a38-4176-8c16-0d38af5f937f" providerId="ADAL" clId="{904EBF58-4B0B-4078-9073-ED351E504B7A}" dt="2025-07-09T04:29:37.543" v="24" actId="1076"/>
          <ac:picMkLst>
            <pc:docMk/>
            <pc:sldMk cId="386268349" sldId="4198"/>
            <ac:picMk id="63" creationId="{0B773816-68DA-C082-22B8-3A89487A5FB9}"/>
          </ac:picMkLst>
        </pc:picChg>
        <pc:picChg chg="mod">
          <ac:chgData name="KING-SMITH,Jamie" userId="34395e6c-4a38-4176-8c16-0d38af5f937f" providerId="ADAL" clId="{904EBF58-4B0B-4078-9073-ED351E504B7A}" dt="2025-07-09T04:29:37.543" v="24" actId="1076"/>
          <ac:picMkLst>
            <pc:docMk/>
            <pc:sldMk cId="386268349" sldId="4198"/>
            <ac:picMk id="64" creationId="{52374023-12B5-4F07-05C8-9E35594C03E5}"/>
          </ac:picMkLst>
        </pc:picChg>
        <pc:picChg chg="mod">
          <ac:chgData name="KING-SMITH,Jamie" userId="34395e6c-4a38-4176-8c16-0d38af5f937f" providerId="ADAL" clId="{904EBF58-4B0B-4078-9073-ED351E504B7A}" dt="2025-07-09T04:29:37.543" v="24" actId="1076"/>
          <ac:picMkLst>
            <pc:docMk/>
            <pc:sldMk cId="386268349" sldId="4198"/>
            <ac:picMk id="66" creationId="{E22F4BC7-7A34-045B-B106-CB87E0FF4320}"/>
          </ac:picMkLst>
        </pc:picChg>
        <pc:cxnChg chg="mod">
          <ac:chgData name="KING-SMITH,Jamie" userId="34395e6c-4a38-4176-8c16-0d38af5f937f" providerId="ADAL" clId="{904EBF58-4B0B-4078-9073-ED351E504B7A}" dt="2025-07-09T04:30:08.724" v="25" actId="1076"/>
          <ac:cxnSpMkLst>
            <pc:docMk/>
            <pc:sldMk cId="386268349" sldId="4198"/>
            <ac:cxnSpMk id="34" creationId="{25C12BC9-3689-A64D-0641-891CB67E1650}"/>
          </ac:cxnSpMkLst>
        </pc:cxnChg>
        <pc:cxnChg chg="mod">
          <ac:chgData name="KING-SMITH,Jamie" userId="34395e6c-4a38-4176-8c16-0d38af5f937f" providerId="ADAL" clId="{904EBF58-4B0B-4078-9073-ED351E504B7A}" dt="2025-07-09T04:30:08.724" v="25" actId="1076"/>
          <ac:cxnSpMkLst>
            <pc:docMk/>
            <pc:sldMk cId="386268349" sldId="4198"/>
            <ac:cxnSpMk id="37" creationId="{5D1EA627-BC74-D77B-FB73-F95DF20CFC0B}"/>
          </ac:cxnSpMkLst>
        </pc:cxnChg>
        <pc:cxnChg chg="mod">
          <ac:chgData name="KING-SMITH,Jamie" userId="34395e6c-4a38-4176-8c16-0d38af5f937f" providerId="ADAL" clId="{904EBF58-4B0B-4078-9073-ED351E504B7A}" dt="2025-07-09T04:29:23.648" v="22" actId="1076"/>
          <ac:cxnSpMkLst>
            <pc:docMk/>
            <pc:sldMk cId="386268349" sldId="4198"/>
            <ac:cxnSpMk id="49" creationId="{96BD5FBF-D792-9E64-3C83-9ACD187B723A}"/>
          </ac:cxnSpMkLst>
        </pc:cxnChg>
        <pc:cxnChg chg="mod">
          <ac:chgData name="KING-SMITH,Jamie" userId="34395e6c-4a38-4176-8c16-0d38af5f937f" providerId="ADAL" clId="{904EBF58-4B0B-4078-9073-ED351E504B7A}" dt="2025-07-09T04:29:26.481" v="23" actId="1076"/>
          <ac:cxnSpMkLst>
            <pc:docMk/>
            <pc:sldMk cId="386268349" sldId="4198"/>
            <ac:cxnSpMk id="50" creationId="{1F1966C4-286F-5067-8FB9-47CCDEB9D2DD}"/>
          </ac:cxnSpMkLst>
        </pc:cxnChg>
        <pc:cxnChg chg="mod">
          <ac:chgData name="KING-SMITH,Jamie" userId="34395e6c-4a38-4176-8c16-0d38af5f937f" providerId="ADAL" clId="{904EBF58-4B0B-4078-9073-ED351E504B7A}" dt="2025-07-09T04:29:37.543" v="24" actId="1076"/>
          <ac:cxnSpMkLst>
            <pc:docMk/>
            <pc:sldMk cId="386268349" sldId="4198"/>
            <ac:cxnSpMk id="57" creationId="{B7330DA7-586A-9A4B-ACF0-931581DFF61E}"/>
          </ac:cxnSpMkLst>
        </pc:cxnChg>
      </pc:sldChg>
      <pc:sldChg chg="ord">
        <pc:chgData name="KING-SMITH,Jamie" userId="34395e6c-4a38-4176-8c16-0d38af5f937f" providerId="ADAL" clId="{904EBF58-4B0B-4078-9073-ED351E504B7A}" dt="2025-07-11T01:26:54.185" v="194"/>
        <pc:sldMkLst>
          <pc:docMk/>
          <pc:sldMk cId="3329325100" sldId="4199"/>
        </pc:sldMkLst>
      </pc:sldChg>
      <pc:sldChg chg="addSp delSp modSp add mod ord">
        <pc:chgData name="KING-SMITH,Jamie" userId="34395e6c-4a38-4176-8c16-0d38af5f937f" providerId="ADAL" clId="{904EBF58-4B0B-4078-9073-ED351E504B7A}" dt="2025-07-11T03:14:03.223" v="272" actId="1038"/>
        <pc:sldMkLst>
          <pc:docMk/>
          <pc:sldMk cId="317711859" sldId="4200"/>
        </pc:sldMkLst>
        <pc:spChg chg="mod">
          <ac:chgData name="KING-SMITH,Jamie" userId="34395e6c-4a38-4176-8c16-0d38af5f937f" providerId="ADAL" clId="{904EBF58-4B0B-4078-9073-ED351E504B7A}" dt="2025-07-11T03:12:56.726" v="208" actId="1037"/>
          <ac:spMkLst>
            <pc:docMk/>
            <pc:sldMk cId="317711859" sldId="4200"/>
            <ac:spMk id="12" creationId="{3E4A2DB9-52FC-10C4-D51A-6F8B313C327F}"/>
          </ac:spMkLst>
        </pc:spChg>
        <pc:spChg chg="mod">
          <ac:chgData name="KING-SMITH,Jamie" userId="34395e6c-4a38-4176-8c16-0d38af5f937f" providerId="ADAL" clId="{904EBF58-4B0B-4078-9073-ED351E504B7A}" dt="2025-07-09T05:21:19.563" v="186"/>
          <ac:spMkLst>
            <pc:docMk/>
            <pc:sldMk cId="317711859" sldId="4200"/>
            <ac:spMk id="22" creationId="{63C589F7-1345-E9BD-2D2C-5B629EC631EB}"/>
          </ac:spMkLst>
        </pc:spChg>
        <pc:spChg chg="mod">
          <ac:chgData name="KING-SMITH,Jamie" userId="34395e6c-4a38-4176-8c16-0d38af5f937f" providerId="ADAL" clId="{904EBF58-4B0B-4078-9073-ED351E504B7A}" dt="2025-07-11T03:13:10.209" v="228" actId="1035"/>
          <ac:spMkLst>
            <pc:docMk/>
            <pc:sldMk cId="317711859" sldId="4200"/>
            <ac:spMk id="54" creationId="{58C0BFF2-CE88-18CB-80DC-95AA87EE82DE}"/>
          </ac:spMkLst>
        </pc:spChg>
        <pc:spChg chg="mod">
          <ac:chgData name="KING-SMITH,Jamie" userId="34395e6c-4a38-4176-8c16-0d38af5f937f" providerId="ADAL" clId="{904EBF58-4B0B-4078-9073-ED351E504B7A}" dt="2025-07-11T03:13:38.475" v="254" actId="1036"/>
          <ac:spMkLst>
            <pc:docMk/>
            <pc:sldMk cId="317711859" sldId="4200"/>
            <ac:spMk id="55" creationId="{B5BAF722-99F6-0094-48A8-BB9A6003E48B}"/>
          </ac:spMkLst>
        </pc:spChg>
        <pc:spChg chg="mod">
          <ac:chgData name="KING-SMITH,Jamie" userId="34395e6c-4a38-4176-8c16-0d38af5f937f" providerId="ADAL" clId="{904EBF58-4B0B-4078-9073-ED351E504B7A}" dt="2025-07-11T03:13:56.906" v="261" actId="1037"/>
          <ac:spMkLst>
            <pc:docMk/>
            <pc:sldMk cId="317711859" sldId="4200"/>
            <ac:spMk id="56" creationId="{6B3D3103-D969-948E-20C9-3B00360BCAEB}"/>
          </ac:spMkLst>
        </pc:spChg>
        <pc:spChg chg="mod">
          <ac:chgData name="KING-SMITH,Jamie" userId="34395e6c-4a38-4176-8c16-0d38af5f937f" providerId="ADAL" clId="{904EBF58-4B0B-4078-9073-ED351E504B7A}" dt="2025-07-11T03:12:56.726" v="208" actId="1037"/>
          <ac:spMkLst>
            <pc:docMk/>
            <pc:sldMk cId="317711859" sldId="4200"/>
            <ac:spMk id="58" creationId="{5B482A89-063F-AA0A-7850-954B4C4A85E8}"/>
          </ac:spMkLst>
        </pc:spChg>
        <pc:grpChg chg="add mod">
          <ac:chgData name="KING-SMITH,Jamie" userId="34395e6c-4a38-4176-8c16-0d38af5f937f" providerId="ADAL" clId="{904EBF58-4B0B-4078-9073-ED351E504B7A}" dt="2025-07-09T05:21:22.122" v="187" actId="1076"/>
          <ac:grpSpMkLst>
            <pc:docMk/>
            <pc:sldMk cId="317711859" sldId="4200"/>
            <ac:grpSpMk id="21" creationId="{5B0C4F8C-7BC6-9479-CAE7-86123AB53B18}"/>
          </ac:grpSpMkLst>
        </pc:grpChg>
        <pc:grpChg chg="mod">
          <ac:chgData name="KING-SMITH,Jamie" userId="34395e6c-4a38-4176-8c16-0d38af5f937f" providerId="ADAL" clId="{904EBF58-4B0B-4078-9073-ED351E504B7A}" dt="2025-07-09T05:16:00.036" v="148" actId="1038"/>
          <ac:grpSpMkLst>
            <pc:docMk/>
            <pc:sldMk cId="317711859" sldId="4200"/>
            <ac:grpSpMk id="33" creationId="{14C42EB6-3314-DF96-86A3-D03904FDCF78}"/>
          </ac:grpSpMkLst>
        </pc:grpChg>
        <pc:picChg chg="add mod ord">
          <ac:chgData name="KING-SMITH,Jamie" userId="34395e6c-4a38-4176-8c16-0d38af5f937f" providerId="ADAL" clId="{904EBF58-4B0B-4078-9073-ED351E504B7A}" dt="2025-07-09T05:16:00.036" v="148" actId="1038"/>
          <ac:picMkLst>
            <pc:docMk/>
            <pc:sldMk cId="317711859" sldId="4200"/>
            <ac:picMk id="3" creationId="{886D5F64-4135-5F25-9AE4-042F3D24E882}"/>
          </ac:picMkLst>
        </pc:picChg>
        <pc:picChg chg="mod">
          <ac:chgData name="KING-SMITH,Jamie" userId="34395e6c-4a38-4176-8c16-0d38af5f937f" providerId="ADAL" clId="{904EBF58-4B0B-4078-9073-ED351E504B7A}" dt="2025-07-09T05:21:19.563" v="186"/>
          <ac:picMkLst>
            <pc:docMk/>
            <pc:sldMk cId="317711859" sldId="4200"/>
            <ac:picMk id="23" creationId="{87E9BCE3-F0F7-8BD4-3D5D-DC6F8157184D}"/>
          </ac:picMkLst>
        </pc:picChg>
        <pc:cxnChg chg="mod ord">
          <ac:chgData name="KING-SMITH,Jamie" userId="34395e6c-4a38-4176-8c16-0d38af5f937f" providerId="ADAL" clId="{904EBF58-4B0B-4078-9073-ED351E504B7A}" dt="2025-07-11T03:12:56.726" v="208" actId="1037"/>
          <ac:cxnSpMkLst>
            <pc:docMk/>
            <pc:sldMk cId="317711859" sldId="4200"/>
            <ac:cxnSpMk id="10" creationId="{86B6DAA1-A12C-0A68-D015-A5B39353FFD0}"/>
          </ac:cxnSpMkLst>
        </pc:cxnChg>
        <pc:cxnChg chg="add mod">
          <ac:chgData name="KING-SMITH,Jamie" userId="34395e6c-4a38-4176-8c16-0d38af5f937f" providerId="ADAL" clId="{904EBF58-4B0B-4078-9073-ED351E504B7A}" dt="2025-07-09T05:16:24.582" v="153" actId="14100"/>
          <ac:cxnSpMkLst>
            <pc:docMk/>
            <pc:sldMk cId="317711859" sldId="4200"/>
            <ac:cxnSpMk id="18" creationId="{1A6885AC-E705-C3C9-BBA4-1C90300ADB9A}"/>
          </ac:cxnSpMkLst>
        </pc:cxnChg>
        <pc:cxnChg chg="add mod">
          <ac:chgData name="KING-SMITH,Jamie" userId="34395e6c-4a38-4176-8c16-0d38af5f937f" providerId="ADAL" clId="{904EBF58-4B0B-4078-9073-ED351E504B7A}" dt="2025-07-09T05:21:22.122" v="187" actId="1076"/>
          <ac:cxnSpMkLst>
            <pc:docMk/>
            <pc:sldMk cId="317711859" sldId="4200"/>
            <ac:cxnSpMk id="24" creationId="{44776F95-8BF4-6111-5CB6-CEAE8864DC0D}"/>
          </ac:cxnSpMkLst>
        </pc:cxnChg>
        <pc:cxnChg chg="add mod">
          <ac:chgData name="KING-SMITH,Jamie" userId="34395e6c-4a38-4176-8c16-0d38af5f937f" providerId="ADAL" clId="{904EBF58-4B0B-4078-9073-ED351E504B7A}" dt="2025-07-09T05:21:22.122" v="187" actId="1076"/>
          <ac:cxnSpMkLst>
            <pc:docMk/>
            <pc:sldMk cId="317711859" sldId="4200"/>
            <ac:cxnSpMk id="25" creationId="{8D225D52-7281-A3FD-A4EF-AC1F4DAB4AE7}"/>
          </ac:cxnSpMkLst>
        </pc:cxnChg>
        <pc:cxnChg chg="mod ord">
          <ac:chgData name="KING-SMITH,Jamie" userId="34395e6c-4a38-4176-8c16-0d38af5f937f" providerId="ADAL" clId="{904EBF58-4B0B-4078-9073-ED351E504B7A}" dt="2025-07-11T03:13:20.628" v="229" actId="14100"/>
          <ac:cxnSpMkLst>
            <pc:docMk/>
            <pc:sldMk cId="317711859" sldId="4200"/>
            <ac:cxnSpMk id="46" creationId="{B015D0C7-9FFE-6EBA-BE9B-66AEB59ECB72}"/>
          </ac:cxnSpMkLst>
        </pc:cxnChg>
        <pc:cxnChg chg="mod ord">
          <ac:chgData name="KING-SMITH,Jamie" userId="34395e6c-4a38-4176-8c16-0d38af5f937f" providerId="ADAL" clId="{904EBF58-4B0B-4078-9073-ED351E504B7A}" dt="2025-07-11T03:13:48.256" v="255" actId="14100"/>
          <ac:cxnSpMkLst>
            <pc:docMk/>
            <pc:sldMk cId="317711859" sldId="4200"/>
            <ac:cxnSpMk id="49" creationId="{B4D58613-B6B0-FFD4-7994-CA0E0FB57EB2}"/>
          </ac:cxnSpMkLst>
        </pc:cxnChg>
        <pc:cxnChg chg="mod ord">
          <ac:chgData name="KING-SMITH,Jamie" userId="34395e6c-4a38-4176-8c16-0d38af5f937f" providerId="ADAL" clId="{904EBF58-4B0B-4078-9073-ED351E504B7A}" dt="2025-07-11T03:14:03.223" v="272" actId="1038"/>
          <ac:cxnSpMkLst>
            <pc:docMk/>
            <pc:sldMk cId="317711859" sldId="4200"/>
            <ac:cxnSpMk id="50" creationId="{3A26044C-928A-6D2C-5C1E-62F900B6845D}"/>
          </ac:cxnSpMkLst>
        </pc:cxnChg>
        <pc:cxnChg chg="mod ord">
          <ac:chgData name="KING-SMITH,Jamie" userId="34395e6c-4a38-4176-8c16-0d38af5f937f" providerId="ADAL" clId="{904EBF58-4B0B-4078-9073-ED351E504B7A}" dt="2025-07-11T03:12:56.726" v="208" actId="1037"/>
          <ac:cxnSpMkLst>
            <pc:docMk/>
            <pc:sldMk cId="317711859" sldId="4200"/>
            <ac:cxnSpMk id="57" creationId="{F34B5841-19A1-517D-DFFE-C7FFC8964020}"/>
          </ac:cxnSpMkLst>
        </pc:cxnChg>
      </pc:sldChg>
    </pc:docChg>
  </pc:docChgLst>
  <pc:docChgLst>
    <pc:chgData name="KING-SMITH,Jamie" userId="34395e6c-4a38-4176-8c16-0d38af5f937f" providerId="ADAL" clId="{A69D76AC-2CE1-4064-8E61-8FECA9604B6E}"/>
    <pc:docChg chg="modSld">
      <pc:chgData name="KING-SMITH,Jamie" userId="34395e6c-4a38-4176-8c16-0d38af5f937f" providerId="ADAL" clId="{A69D76AC-2CE1-4064-8E61-8FECA9604B6E}" dt="2025-07-21T05:45:14.697" v="0" actId="1076"/>
      <pc:docMkLst>
        <pc:docMk/>
      </pc:docMkLst>
      <pc:sldChg chg="modSp mod">
        <pc:chgData name="KING-SMITH,Jamie" userId="34395e6c-4a38-4176-8c16-0d38af5f937f" providerId="ADAL" clId="{A69D76AC-2CE1-4064-8E61-8FECA9604B6E}" dt="2025-07-21T05:45:14.697" v="0" actId="1076"/>
        <pc:sldMkLst>
          <pc:docMk/>
          <pc:sldMk cId="2363866733" sldId="4194"/>
        </pc:sldMkLst>
        <pc:grpChg chg="mod">
          <ac:chgData name="KING-SMITH,Jamie" userId="34395e6c-4a38-4176-8c16-0d38af5f937f" providerId="ADAL" clId="{A69D76AC-2CE1-4064-8E61-8FECA9604B6E}" dt="2025-07-21T05:45:14.697" v="0" actId="1076"/>
          <ac:grpSpMkLst>
            <pc:docMk/>
            <pc:sldMk cId="2363866733" sldId="4194"/>
            <ac:grpSpMk id="4" creationId="{63B71146-6CC6-7EC7-6906-FADDE9A29723}"/>
          </ac:grpSpMkLst>
        </pc:grpChg>
      </pc:sldChg>
    </pc:docChg>
  </pc:docChgLst>
  <pc:docChgLst>
    <pc:chgData name="KING-SMITH,Jamie" userId="S::jamie.king-smith@asqa.gov.au::34395e6c-4a38-4176-8c16-0d38af5f937f" providerId="AD" clId="Web-{C00160E3-AE71-F087-7454-BA61A769E5EE}"/>
    <pc:docChg chg="modSld">
      <pc:chgData name="KING-SMITH,Jamie" userId="S::jamie.king-smith@asqa.gov.au::34395e6c-4a38-4176-8c16-0d38af5f937f" providerId="AD" clId="Web-{C00160E3-AE71-F087-7454-BA61A769E5EE}" dt="2025-07-15T02:32:24.897" v="9" actId="1076"/>
      <pc:docMkLst>
        <pc:docMk/>
      </pc:docMkLst>
      <pc:sldChg chg="addSp delSp modSp">
        <pc:chgData name="KING-SMITH,Jamie" userId="S::jamie.king-smith@asqa.gov.au::34395e6c-4a38-4176-8c16-0d38af5f937f" providerId="AD" clId="Web-{C00160E3-AE71-F087-7454-BA61A769E5EE}" dt="2025-07-15T02:32:24.897" v="9" actId="1076"/>
        <pc:sldMkLst>
          <pc:docMk/>
          <pc:sldMk cId="317711859" sldId="4200"/>
        </pc:sldMkLst>
        <pc:picChg chg="add mod">
          <ac:chgData name="KING-SMITH,Jamie" userId="S::jamie.king-smith@asqa.gov.au::34395e6c-4a38-4176-8c16-0d38af5f937f" providerId="AD" clId="Web-{C00160E3-AE71-F087-7454-BA61A769E5EE}" dt="2025-07-15T02:32:24.897" v="9" actId="1076"/>
          <ac:picMkLst>
            <pc:docMk/>
            <pc:sldMk cId="317711859" sldId="4200"/>
            <ac:picMk id="4" creationId="{07710868-BA13-4FDD-4378-C6BE0FAE8B9A}"/>
          </ac:picMkLst>
        </pc:picChg>
        <pc:cxnChg chg="mod">
          <ac:chgData name="KING-SMITH,Jamie" userId="S::jamie.king-smith@asqa.gov.au::34395e6c-4a38-4176-8c16-0d38af5f937f" providerId="AD" clId="Web-{C00160E3-AE71-F087-7454-BA61A769E5EE}" dt="2025-07-15T02:32:16.537" v="8" actId="14100"/>
          <ac:cxnSpMkLst>
            <pc:docMk/>
            <pc:sldMk cId="317711859" sldId="4200"/>
            <ac:cxnSpMk id="24" creationId="{44776F95-8BF4-6111-5CB6-CEAE8864DC0D}"/>
          </ac:cxnSpMkLst>
        </pc:cxnChg>
        <pc:cxnChg chg="mod">
          <ac:chgData name="KING-SMITH,Jamie" userId="S::jamie.king-smith@asqa.gov.au::34395e6c-4a38-4176-8c16-0d38af5f937f" providerId="AD" clId="Web-{C00160E3-AE71-F087-7454-BA61A769E5EE}" dt="2025-07-15T02:32:10.927" v="7" actId="14100"/>
          <ac:cxnSpMkLst>
            <pc:docMk/>
            <pc:sldMk cId="317711859" sldId="4200"/>
            <ac:cxnSpMk id="25" creationId="{8D225D52-7281-A3FD-A4EF-AC1F4DAB4AE7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80F497-4238-4AD8-88AF-0A3DE9DC8BC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0"/>
      <dgm:spPr/>
    </dgm:pt>
    <dgm:pt modelId="{D32F19A3-4F15-47AD-9C4C-87EA1F6930E6}">
      <dgm:prSet phldrT="[Text]" phldr="1"/>
      <dgm:spPr/>
      <dgm:t>
        <a:bodyPr/>
        <a:lstStyle/>
        <a:p>
          <a:endParaRPr lang="en-AU"/>
        </a:p>
      </dgm:t>
    </dgm:pt>
    <dgm:pt modelId="{73F63FDE-9006-49E7-AE21-1D3736A9DC8A}" type="parTrans" cxnId="{416C88D0-892D-4AFF-8DFB-8709839E1266}">
      <dgm:prSet/>
      <dgm:spPr/>
      <dgm:t>
        <a:bodyPr/>
        <a:lstStyle/>
        <a:p>
          <a:endParaRPr lang="en-AU"/>
        </a:p>
      </dgm:t>
    </dgm:pt>
    <dgm:pt modelId="{BFDA49BD-D35E-4D45-B9D3-23AD90248A6D}" type="sibTrans" cxnId="{416C88D0-892D-4AFF-8DFB-8709839E1266}">
      <dgm:prSet/>
      <dgm:spPr/>
      <dgm:t>
        <a:bodyPr/>
        <a:lstStyle/>
        <a:p>
          <a:endParaRPr lang="en-AU"/>
        </a:p>
      </dgm:t>
    </dgm:pt>
    <dgm:pt modelId="{51A177F7-4C67-4FB8-952D-D6E7B05FC20C}">
      <dgm:prSet phldrT="[Text]" phldr="1"/>
      <dgm:spPr/>
      <dgm:t>
        <a:bodyPr/>
        <a:lstStyle/>
        <a:p>
          <a:endParaRPr lang="en-AU"/>
        </a:p>
      </dgm:t>
    </dgm:pt>
    <dgm:pt modelId="{835ECAF0-0178-481A-B8F5-9EDFFFEA5869}" type="parTrans" cxnId="{E26C8300-8225-426E-8E8C-9D1074127A0B}">
      <dgm:prSet/>
      <dgm:spPr/>
      <dgm:t>
        <a:bodyPr/>
        <a:lstStyle/>
        <a:p>
          <a:endParaRPr lang="en-AU"/>
        </a:p>
      </dgm:t>
    </dgm:pt>
    <dgm:pt modelId="{E44ABA95-49F0-4F03-B258-4B21B523BA7A}" type="sibTrans" cxnId="{E26C8300-8225-426E-8E8C-9D1074127A0B}">
      <dgm:prSet/>
      <dgm:spPr/>
      <dgm:t>
        <a:bodyPr/>
        <a:lstStyle/>
        <a:p>
          <a:endParaRPr lang="en-AU"/>
        </a:p>
      </dgm:t>
    </dgm:pt>
    <dgm:pt modelId="{1AD2A9B0-09C0-4177-8591-FD67182A10F0}">
      <dgm:prSet phldrT="[Text]" phldr="1"/>
      <dgm:spPr/>
      <dgm:t>
        <a:bodyPr/>
        <a:lstStyle/>
        <a:p>
          <a:endParaRPr lang="en-AU"/>
        </a:p>
      </dgm:t>
    </dgm:pt>
    <dgm:pt modelId="{24BBBE1F-9078-4BDB-87B4-71931DE7EA3B}" type="parTrans" cxnId="{0FB703C6-0E2E-46A9-8D39-0FD951887AA2}">
      <dgm:prSet/>
      <dgm:spPr/>
      <dgm:t>
        <a:bodyPr/>
        <a:lstStyle/>
        <a:p>
          <a:endParaRPr lang="en-AU"/>
        </a:p>
      </dgm:t>
    </dgm:pt>
    <dgm:pt modelId="{7D86F42B-05F9-4274-8150-10D81024561E}" type="sibTrans" cxnId="{0FB703C6-0E2E-46A9-8D39-0FD951887AA2}">
      <dgm:prSet/>
      <dgm:spPr/>
      <dgm:t>
        <a:bodyPr/>
        <a:lstStyle/>
        <a:p>
          <a:endParaRPr lang="en-AU"/>
        </a:p>
      </dgm:t>
    </dgm:pt>
    <dgm:pt modelId="{7529B82D-30A8-460A-94A5-275C0AE043A7}" type="pres">
      <dgm:prSet presAssocID="{1880F497-4238-4AD8-88AF-0A3DE9DC8BC2}" presName="Name0" presStyleCnt="0">
        <dgm:presLayoutVars>
          <dgm:dir/>
          <dgm:animLvl val="lvl"/>
          <dgm:resizeHandles val="exact"/>
        </dgm:presLayoutVars>
      </dgm:prSet>
      <dgm:spPr/>
    </dgm:pt>
    <dgm:pt modelId="{D518BF93-0887-4BEF-BD6B-638E68353C90}" type="pres">
      <dgm:prSet presAssocID="{D32F19A3-4F15-47AD-9C4C-87EA1F6930E6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E7E6841-DB01-4B95-A36E-248788603843}" type="pres">
      <dgm:prSet presAssocID="{BFDA49BD-D35E-4D45-B9D3-23AD90248A6D}" presName="parTxOnlySpace" presStyleCnt="0"/>
      <dgm:spPr/>
    </dgm:pt>
    <dgm:pt modelId="{18948AAA-1957-4377-89A9-745626509136}" type="pres">
      <dgm:prSet presAssocID="{51A177F7-4C67-4FB8-952D-D6E7B05FC20C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C8767D00-E811-4AA1-994E-5911FCA80F78}" type="pres">
      <dgm:prSet presAssocID="{E44ABA95-49F0-4F03-B258-4B21B523BA7A}" presName="parTxOnlySpace" presStyleCnt="0"/>
      <dgm:spPr/>
    </dgm:pt>
    <dgm:pt modelId="{BE9AA67F-4C97-4334-9D76-8497C10049A5}" type="pres">
      <dgm:prSet presAssocID="{1AD2A9B0-09C0-4177-8591-FD67182A10F0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26C8300-8225-426E-8E8C-9D1074127A0B}" srcId="{1880F497-4238-4AD8-88AF-0A3DE9DC8BC2}" destId="{51A177F7-4C67-4FB8-952D-D6E7B05FC20C}" srcOrd="1" destOrd="0" parTransId="{835ECAF0-0178-481A-B8F5-9EDFFFEA5869}" sibTransId="{E44ABA95-49F0-4F03-B258-4B21B523BA7A}"/>
    <dgm:cxn modelId="{D8A56232-8F2D-4104-94CA-6B24FF28A925}" type="presOf" srcId="{51A177F7-4C67-4FB8-952D-D6E7B05FC20C}" destId="{18948AAA-1957-4377-89A9-745626509136}" srcOrd="0" destOrd="0" presId="urn:microsoft.com/office/officeart/2005/8/layout/chevron1"/>
    <dgm:cxn modelId="{95FD7550-3F3D-43AB-B493-586C45D7B0EE}" type="presOf" srcId="{1AD2A9B0-09C0-4177-8591-FD67182A10F0}" destId="{BE9AA67F-4C97-4334-9D76-8497C10049A5}" srcOrd="0" destOrd="0" presId="urn:microsoft.com/office/officeart/2005/8/layout/chevron1"/>
    <dgm:cxn modelId="{97FFB1A4-03ED-47D7-9CFB-9C06EF0DBF18}" type="presOf" srcId="{1880F497-4238-4AD8-88AF-0A3DE9DC8BC2}" destId="{7529B82D-30A8-460A-94A5-275C0AE043A7}" srcOrd="0" destOrd="0" presId="urn:microsoft.com/office/officeart/2005/8/layout/chevron1"/>
    <dgm:cxn modelId="{0FB703C6-0E2E-46A9-8D39-0FD951887AA2}" srcId="{1880F497-4238-4AD8-88AF-0A3DE9DC8BC2}" destId="{1AD2A9B0-09C0-4177-8591-FD67182A10F0}" srcOrd="2" destOrd="0" parTransId="{24BBBE1F-9078-4BDB-87B4-71931DE7EA3B}" sibTransId="{7D86F42B-05F9-4274-8150-10D81024561E}"/>
    <dgm:cxn modelId="{416C88D0-892D-4AFF-8DFB-8709839E1266}" srcId="{1880F497-4238-4AD8-88AF-0A3DE9DC8BC2}" destId="{D32F19A3-4F15-47AD-9C4C-87EA1F6930E6}" srcOrd="0" destOrd="0" parTransId="{73F63FDE-9006-49E7-AE21-1D3736A9DC8A}" sibTransId="{BFDA49BD-D35E-4D45-B9D3-23AD90248A6D}"/>
    <dgm:cxn modelId="{DA0071F5-7D08-4F64-80BC-B29AB2B6E52D}" type="presOf" srcId="{D32F19A3-4F15-47AD-9C4C-87EA1F6930E6}" destId="{D518BF93-0887-4BEF-BD6B-638E68353C90}" srcOrd="0" destOrd="0" presId="urn:microsoft.com/office/officeart/2005/8/layout/chevron1"/>
    <dgm:cxn modelId="{E88C5BCC-F10D-43FF-9BE9-46B2DAF65429}" type="presParOf" srcId="{7529B82D-30A8-460A-94A5-275C0AE043A7}" destId="{D518BF93-0887-4BEF-BD6B-638E68353C90}" srcOrd="0" destOrd="0" presId="urn:microsoft.com/office/officeart/2005/8/layout/chevron1"/>
    <dgm:cxn modelId="{8DDD3970-6712-438C-8AD3-A06017894702}" type="presParOf" srcId="{7529B82D-30A8-460A-94A5-275C0AE043A7}" destId="{EE7E6841-DB01-4B95-A36E-248788603843}" srcOrd="1" destOrd="0" presId="urn:microsoft.com/office/officeart/2005/8/layout/chevron1"/>
    <dgm:cxn modelId="{2710126D-3161-4D48-84C0-CC137940F97A}" type="presParOf" srcId="{7529B82D-30A8-460A-94A5-275C0AE043A7}" destId="{18948AAA-1957-4377-89A9-745626509136}" srcOrd="2" destOrd="0" presId="urn:microsoft.com/office/officeart/2005/8/layout/chevron1"/>
    <dgm:cxn modelId="{DC7B0B1F-1A37-498A-A3CF-D6CCC4348F28}" type="presParOf" srcId="{7529B82D-30A8-460A-94A5-275C0AE043A7}" destId="{C8767D00-E811-4AA1-994E-5911FCA80F78}" srcOrd="3" destOrd="0" presId="urn:microsoft.com/office/officeart/2005/8/layout/chevron1"/>
    <dgm:cxn modelId="{8C1ABC88-693C-477D-955C-7212DC9F287A}" type="presParOf" srcId="{7529B82D-30A8-460A-94A5-275C0AE043A7}" destId="{BE9AA67F-4C97-4334-9D76-8497C10049A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8BF93-0887-4BEF-BD6B-638E68353C90}">
      <dsp:nvSpPr>
        <dsp:cNvPr id="0" name=""/>
        <dsp:cNvSpPr/>
      </dsp:nvSpPr>
      <dsp:spPr>
        <a:xfrm>
          <a:off x="2381" y="2129102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026" tIns="68009" rIns="68009" bIns="68009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100" kern="1200"/>
        </a:p>
      </dsp:txBody>
      <dsp:txXfrm>
        <a:off x="582612" y="2129102"/>
        <a:ext cx="1740694" cy="1160462"/>
      </dsp:txXfrm>
    </dsp:sp>
    <dsp:sp modelId="{18948AAA-1957-4377-89A9-745626509136}">
      <dsp:nvSpPr>
        <dsp:cNvPr id="0" name=""/>
        <dsp:cNvSpPr/>
      </dsp:nvSpPr>
      <dsp:spPr>
        <a:xfrm>
          <a:off x="2613421" y="2129102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026" tIns="68009" rIns="68009" bIns="68009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100" kern="1200"/>
        </a:p>
      </dsp:txBody>
      <dsp:txXfrm>
        <a:off x="3193652" y="2129102"/>
        <a:ext cx="1740694" cy="1160462"/>
      </dsp:txXfrm>
    </dsp:sp>
    <dsp:sp modelId="{BE9AA67F-4C97-4334-9D76-8497C10049A5}">
      <dsp:nvSpPr>
        <dsp:cNvPr id="0" name=""/>
        <dsp:cNvSpPr/>
      </dsp:nvSpPr>
      <dsp:spPr>
        <a:xfrm>
          <a:off x="5224462" y="2129102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026" tIns="68009" rIns="68009" bIns="68009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5100" kern="1200"/>
        </a:p>
      </dsp:txBody>
      <dsp:txXfrm>
        <a:off x="5804693" y="2129102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C7AD7-0F2B-4DA3-B1F1-EB9395F86CD3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CD57E-E021-47CC-84EF-E37394BE712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01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9439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B0B7-B276-E617-00E0-AE2601EE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66010-56E9-AA80-5E43-050B994E5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B02F5-6F1E-1534-9279-B9EDA226A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99411-C783-37C8-0E49-A794EDF57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442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34FF3-7907-22EC-0792-03D7F373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68A27-CF27-366F-3D70-4F6A55ADD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5850F-D3FB-FDA1-17BB-D77AE3D5E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C5C8C-7F50-B672-8A84-5AF2180EA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741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0904-C3FF-537B-72DD-8F94A93C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2015E-8C0C-1A11-C1E5-6E7CA1581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1C837-2D51-2732-268A-F1C7080A1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3790-6D76-E5C7-4675-06B178A61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64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AF39-3E33-F7FD-C400-D7D1FBF3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4B29C-53F5-672A-6928-DBAE1780E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297C3-B5C6-33C4-3D3B-B6A414E0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FF780-5953-EBC4-CDD1-0878B956F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235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6F87-B054-CCFE-7D64-BC2EE5F3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013A7-812D-4865-8A5B-CC12AD467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F2516-BA33-4CA3-BC0D-F6D196897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9698A-76FD-A3AE-CA14-7478BAC8B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2404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A041-540D-3822-74BE-455AD183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A8705-6114-792D-7703-1EB3CB38F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3B349-81AA-2A09-3743-9C47D69C5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1B73-63F1-FF0D-D4BC-5385A386C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215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95C4-2092-CEB1-27FB-2547423EA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F5FDB-9217-4A38-6401-FD7B46061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1E61B-7CB3-5C80-F16F-721829D58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DD826-D1AE-80A2-A06C-EB5F75E41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FF381-06F3-4DAB-92C3-2454751F6B5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715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7081-E4E4-75FB-2BFB-634BB3489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4E713-35B8-9195-E2F3-0B6177CB9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EE31A-470E-A335-FDFB-7676090E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CF9B-7622-3999-4564-ECC4DC7D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88FAF-FCEA-FBDA-8E30-B137A37E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0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BACA-E415-40CA-461B-ED4AC2AF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A8AF6-DDDF-8D99-7C7A-E39ABCAD8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B2689-F16E-26B2-2345-29CB51CA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6FDAE-C040-8E07-51F2-6143C023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DB25D-B92A-1AB3-17E9-5C6A7F51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93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EFA0-A4F4-D584-170F-273EFDA27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EC97B-01A0-7C7A-5F43-3C2C3CA41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0B7A7-124A-447E-94E0-F2A9A885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DC58E-5580-CC23-27AE-74A35CB9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6F20D-2A89-9D0F-F8D1-4AD6941B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9756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8F37-3485-8682-89AD-A20B0A35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0E432-3EC1-CE74-9014-7D3EBE67B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17976-AAE2-E45F-176E-DE38340D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84173-4749-9DD0-CDF0-FED7A1F0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25317-826F-7333-2FB7-17F680D0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78BF5-13E3-13F7-F8F0-44231A71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1520-0B3D-2FFC-A0E7-9625D648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42C8-4AE0-D1E0-AB06-1AD95A796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F8458-709A-2D7F-5E6C-DAAAA20C1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FCA53-22AB-C347-699D-D65DF67F4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6A86C-2938-806D-1B57-65B82A9E1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A430F-4249-BCDE-A3DF-45701A24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03A58-4E25-EFFD-55BE-83847FCD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2258C-A685-CA4A-CD86-11B7438F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1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3A8F-BBBE-D393-21BE-BCFDBE51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CD472-BD86-7538-022D-06FF5B7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C700A-E648-AA0A-95E7-9AE0F88F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AED16-03CC-9627-0BF5-8A4CDEE2C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65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613A8-A313-585F-1117-2E8CE94A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26788-4233-AE52-5D4A-F033A069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A8377-D5C5-CABD-9DCC-2A7EDF01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46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9173-5A2B-1D68-5CA9-3AE3B781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E7662-CF42-C0F5-5BA7-045E9F583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F0E56-D58C-882C-4399-6101F1D3E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67578-A51A-5C49-126C-5C8BAAEF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7873B-7767-D172-00E9-1EE8147DE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40C64-9469-388E-80C8-CE818CD4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59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D417-8C4E-2CB9-41B1-30FA2D510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4CD73-5B44-F09F-3550-E4D56C95A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F341D-DD7C-9908-451F-E8849DEFD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5B90B-0CA6-376E-E99E-D2B53157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B07D0-4DF5-9C17-F648-257BF525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E043D-D0A5-8EE8-F3FD-F59D1C32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70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73D3-7359-2F58-C256-D8AD9F8C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ABDD9-BC04-40EB-74EA-C97FEDE80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390FE-3333-BBB9-8F94-3866B3BF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1BCC3-AC4A-33D5-C3C6-8E6D0177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D27CE-DB5C-54CB-42C3-D944F781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56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F8744-C956-52EF-ADC5-A8846CDEB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660AD-FBB8-49C9-5F4C-1C643C47F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D1029-D31E-37E6-3C82-BAD28ABC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0F6C7-A02F-76DF-31B6-C693DFCE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D389-88CC-4166-28D2-8048677C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284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ssion topic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ABFA6-8A98-6D46-B0E2-B88F2EC72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702" r="11027"/>
          <a:stretch/>
        </p:blipFill>
        <p:spPr>
          <a:xfrm>
            <a:off x="7943675" y="0"/>
            <a:ext cx="4248326" cy="5438274"/>
          </a:xfrm>
          <a:prstGeom prst="rect">
            <a:avLst/>
          </a:prstGeom>
        </p:spPr>
      </p:pic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BDF912DC-5988-4694-8BBC-B439608E2D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8488" y="769505"/>
            <a:ext cx="7947025" cy="93345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rgbClr val="CDFF00"/>
                </a:solidFill>
                <a:latin typeface="Canela Light" pitchFamily="50" charset="0"/>
              </a:defRPr>
            </a:lvl1pPr>
          </a:lstStyle>
          <a:p>
            <a:pPr lvl="0"/>
            <a:r>
              <a:rPr lang="en-AU"/>
              <a:t>Session topics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30A8C5E-4D52-E18F-CB39-7D68062567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29038" y="2173287"/>
            <a:ext cx="7038800" cy="2511425"/>
          </a:xfrm>
        </p:spPr>
        <p:txBody>
          <a:bodyPr>
            <a:normAutofit/>
          </a:bodyPr>
          <a:lstStyle>
            <a:lvl1pPr marL="342900" indent="-342900">
              <a:buClr>
                <a:srgbClr val="CDFF00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3pPr marL="1257300" indent="-342900" algn="l">
              <a:buClr>
                <a:srgbClr val="CDFF00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Topic 1</a:t>
            </a:r>
          </a:p>
          <a:p>
            <a:pPr lvl="0"/>
            <a:r>
              <a:rPr lang="en-US"/>
              <a:t>Topic 2</a:t>
            </a:r>
          </a:p>
          <a:p>
            <a:pPr lvl="0"/>
            <a:r>
              <a:rPr lang="en-US"/>
              <a:t>Topic 3</a:t>
            </a:r>
          </a:p>
          <a:p>
            <a:pPr lvl="0"/>
            <a:r>
              <a:rPr lang="en-US"/>
              <a:t>Topic 4</a:t>
            </a:r>
          </a:p>
        </p:txBody>
      </p:sp>
    </p:spTree>
    <p:extLst>
      <p:ext uri="{BB962C8B-B14F-4D97-AF65-F5344CB8AC3E}">
        <p14:creationId xmlns:p14="http://schemas.microsoft.com/office/powerpoint/2010/main" val="86787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09C2B-82F7-249C-1746-DA44694E4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9D729-5B2A-0DFE-67EC-3E3D06166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F3A6C-B3E1-6BFB-C16A-88026006E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DFCBA-8AAB-4783-BF8C-79324EF4287E}" type="datetimeFigureOut">
              <a:rPr lang="en-AU" smtClean="0"/>
              <a:t>10/09/2025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8B2FB-C3B1-02B5-345C-937EC67F3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D4A4C-2CAD-5CF6-F216-A312E6D8E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60A7E-85BB-4838-8FD3-CCD2AA1B1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68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6943436-1DDB-E46C-E06B-45E93E511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B71146-6CC6-7EC7-6906-FADDE9A29723}"/>
              </a:ext>
            </a:extLst>
          </p:cNvPr>
          <p:cNvGrpSpPr/>
          <p:nvPr/>
        </p:nvGrpSpPr>
        <p:grpSpPr>
          <a:xfrm>
            <a:off x="179676" y="1395283"/>
            <a:ext cx="2670175" cy="673466"/>
            <a:chOff x="349250" y="619125"/>
            <a:chExt cx="2670175" cy="744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403BC81-2866-CABF-B3C5-59992E75EDE0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EB88CE3-0F1B-D725-B7FE-D15DC8B52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0372CA1-8424-66C0-6077-C634DF636B32}"/>
              </a:ext>
            </a:extLst>
          </p:cNvPr>
          <p:cNvGrpSpPr/>
          <p:nvPr/>
        </p:nvGrpSpPr>
        <p:grpSpPr>
          <a:xfrm>
            <a:off x="352043" y="4913064"/>
            <a:ext cx="1901952" cy="1438276"/>
            <a:chOff x="608075" y="3706056"/>
            <a:chExt cx="1901952" cy="143827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45E1010-5962-CE9A-D544-365367A3AAFE}"/>
                </a:ext>
              </a:extLst>
            </p:cNvPr>
            <p:cNvSpPr/>
            <p:nvPr/>
          </p:nvSpPr>
          <p:spPr>
            <a:xfrm>
              <a:off x="608075" y="3706056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5ADEFCF-C50F-D766-94B2-AFAA873C8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3764" y="3706057"/>
              <a:ext cx="790575" cy="143827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777F32-A209-A5BA-B598-3EE6DD2DB473}"/>
              </a:ext>
            </a:extLst>
          </p:cNvPr>
          <p:cNvGrpSpPr/>
          <p:nvPr/>
        </p:nvGrpSpPr>
        <p:grpSpPr>
          <a:xfrm>
            <a:off x="9938005" y="4913064"/>
            <a:ext cx="1901952" cy="1438276"/>
            <a:chOff x="9621011" y="4763711"/>
            <a:chExt cx="1901952" cy="143827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4B76F08-91ED-5FD3-F060-AD9F9FF3B187}"/>
                </a:ext>
              </a:extLst>
            </p:cNvPr>
            <p:cNvSpPr/>
            <p:nvPr/>
          </p:nvSpPr>
          <p:spPr>
            <a:xfrm>
              <a:off x="9621011" y="4763712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04971AA-A4B6-58FD-DF03-2B3B4B9C4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4324" y="4763711"/>
              <a:ext cx="695325" cy="1438275"/>
            </a:xfrm>
            <a:prstGeom prst="rect">
              <a:avLst/>
            </a:prstGeom>
          </p:spPr>
        </p:pic>
      </p:grpSp>
      <p:sp>
        <p:nvSpPr>
          <p:cNvPr id="20" name="Arrow: Left 19">
            <a:extLst>
              <a:ext uri="{FF2B5EF4-FFF2-40B4-BE49-F238E27FC236}">
                <a16:creationId xmlns:a16="http://schemas.microsoft.com/office/drawing/2014/main" id="{BF9A6FA1-E13D-3930-6933-D7388017EE54}"/>
              </a:ext>
            </a:extLst>
          </p:cNvPr>
          <p:cNvSpPr/>
          <p:nvPr/>
        </p:nvSpPr>
        <p:spPr>
          <a:xfrm>
            <a:off x="2387008" y="5295468"/>
            <a:ext cx="7417984" cy="673466"/>
          </a:xfrm>
          <a:prstGeom prst="leftArrow">
            <a:avLst>
              <a:gd name="adj1" fmla="val 46331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AU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 data to asqanet to publish to TGA</a:t>
            </a:r>
          </a:p>
          <a:p>
            <a:pPr algn="ctr"/>
            <a:endParaRPr lang="en-AU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9C9B2E-43B5-0F35-DD03-1AA5B46852AF}"/>
              </a:ext>
            </a:extLst>
          </p:cNvPr>
          <p:cNvGrpSpPr/>
          <p:nvPr/>
        </p:nvGrpSpPr>
        <p:grpSpPr>
          <a:xfrm>
            <a:off x="352043" y="3162773"/>
            <a:ext cx="1901952" cy="1453864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D09A0E5-B6A4-2E90-6F98-EC79CD16155E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6DDD4C1-A3E7-D119-33E8-4CCC71070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E25F18-7D6B-1FC4-C8D4-543F5FB5FE78}"/>
              </a:ext>
            </a:extLst>
          </p:cNvPr>
          <p:cNvCxnSpPr>
            <a:cxnSpLocks/>
          </p:cNvCxnSpPr>
          <p:nvPr/>
        </p:nvCxnSpPr>
        <p:spPr>
          <a:xfrm flipV="1">
            <a:off x="1514764" y="2068749"/>
            <a:ext cx="322835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AC7D83-7051-8548-C256-C49C04440AF7}"/>
              </a:ext>
            </a:extLst>
          </p:cNvPr>
          <p:cNvCxnSpPr>
            <a:cxnSpLocks/>
          </p:cNvCxnSpPr>
          <p:nvPr/>
        </p:nvCxnSpPr>
        <p:spPr>
          <a:xfrm>
            <a:off x="907732" y="2068749"/>
            <a:ext cx="182159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34E2A77-BFA6-0F27-7CC1-2593C99A3DBD}"/>
              </a:ext>
            </a:extLst>
          </p:cNvPr>
          <p:cNvCxnSpPr>
            <a:cxnSpLocks/>
          </p:cNvCxnSpPr>
          <p:nvPr/>
        </p:nvCxnSpPr>
        <p:spPr>
          <a:xfrm>
            <a:off x="9750680" y="3565236"/>
            <a:ext cx="575575" cy="13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1593875-609E-0142-A849-06D641769188}"/>
              </a:ext>
            </a:extLst>
          </p:cNvPr>
          <p:cNvSpPr/>
          <p:nvPr/>
        </p:nvSpPr>
        <p:spPr>
          <a:xfrm>
            <a:off x="9038696" y="324692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pic>
        <p:nvPicPr>
          <p:cNvPr id="63" name="Graphic 62" descr="Dollar with solid fill">
            <a:extLst>
              <a:ext uri="{FF2B5EF4-FFF2-40B4-BE49-F238E27FC236}">
                <a16:creationId xmlns:a16="http://schemas.microsoft.com/office/drawing/2014/main" id="{9AC7F7AB-0DF3-61BD-9DCB-CBD5E1981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8971" y="3422294"/>
            <a:ext cx="1490769" cy="1490769"/>
          </a:xfrm>
          <a:prstGeom prst="rect">
            <a:avLst/>
          </a:prstGeom>
        </p:spPr>
      </p:pic>
      <p:pic>
        <p:nvPicPr>
          <p:cNvPr id="64" name="Graphic 63" descr="Dollar with solid fill">
            <a:extLst>
              <a:ext uri="{FF2B5EF4-FFF2-40B4-BE49-F238E27FC236}">
                <a16:creationId xmlns:a16="http://schemas.microsoft.com/office/drawing/2014/main" id="{B71A5D5F-6CBF-CA43-C7C3-91DC68D9CA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9997" y="3428999"/>
            <a:ext cx="1490769" cy="1490769"/>
          </a:xfrm>
          <a:prstGeom prst="rect">
            <a:avLst/>
          </a:prstGeom>
        </p:spPr>
      </p:pic>
      <p:pic>
        <p:nvPicPr>
          <p:cNvPr id="65" name="Graphic 64" descr="Dollar with solid fill">
            <a:extLst>
              <a:ext uri="{FF2B5EF4-FFF2-40B4-BE49-F238E27FC236}">
                <a16:creationId xmlns:a16="http://schemas.microsoft.com/office/drawing/2014/main" id="{0CD84B63-CE15-A1C2-853B-9AFC57648F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99172" y="3643627"/>
            <a:ext cx="1490769" cy="1490769"/>
          </a:xfrm>
          <a:prstGeom prst="rect">
            <a:avLst/>
          </a:prstGeom>
        </p:spPr>
      </p:pic>
      <p:pic>
        <p:nvPicPr>
          <p:cNvPr id="66" name="Graphic 65" descr="Dollar with solid fill">
            <a:extLst>
              <a:ext uri="{FF2B5EF4-FFF2-40B4-BE49-F238E27FC236}">
                <a16:creationId xmlns:a16="http://schemas.microsoft.com/office/drawing/2014/main" id="{EC0FE90B-7C0E-8D98-7734-3E2A1E26AC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9704" y="3707888"/>
            <a:ext cx="1490769" cy="1490769"/>
          </a:xfrm>
          <a:prstGeom prst="rect">
            <a:avLst/>
          </a:prstGeom>
        </p:spPr>
      </p:pic>
      <p:pic>
        <p:nvPicPr>
          <p:cNvPr id="67" name="Graphic 66" descr="Dollar with solid fill">
            <a:extLst>
              <a:ext uri="{FF2B5EF4-FFF2-40B4-BE49-F238E27FC236}">
                <a16:creationId xmlns:a16="http://schemas.microsoft.com/office/drawing/2014/main" id="{98FCE954-3DF1-097C-1710-B66BFAEB52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3571" y="5751138"/>
            <a:ext cx="1186991" cy="1186991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23202B9-222E-80C2-CD3F-2F451416E3F2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260763" y="4616637"/>
            <a:ext cx="0" cy="319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86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AB49-1FEE-EC8D-1ACC-9D36CB4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C3CF4F1-028B-F81F-D172-485DF4AF16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AAE67D-036A-7808-2C78-D45562BE3092}"/>
              </a:ext>
            </a:extLst>
          </p:cNvPr>
          <p:cNvGrpSpPr/>
          <p:nvPr/>
        </p:nvGrpSpPr>
        <p:grpSpPr>
          <a:xfrm>
            <a:off x="1249914" y="1399032"/>
            <a:ext cx="2670175" cy="673466"/>
            <a:chOff x="349250" y="619125"/>
            <a:chExt cx="2670175" cy="744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B57600-7122-039F-5B1D-A259D22D934E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D6D838-EBB7-CFA7-87EE-FD8554BDD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448-FAA7-E5D9-82B9-DE827E1650DA}"/>
              </a:ext>
            </a:extLst>
          </p:cNvPr>
          <p:cNvGrpSpPr/>
          <p:nvPr/>
        </p:nvGrpSpPr>
        <p:grpSpPr>
          <a:xfrm>
            <a:off x="352043" y="4913064"/>
            <a:ext cx="1901952" cy="1438276"/>
            <a:chOff x="608075" y="3706056"/>
            <a:chExt cx="1901952" cy="143827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B6F5084-915F-EDF3-929F-55DCC2D17B37}"/>
                </a:ext>
              </a:extLst>
            </p:cNvPr>
            <p:cNvSpPr/>
            <p:nvPr/>
          </p:nvSpPr>
          <p:spPr>
            <a:xfrm>
              <a:off x="608075" y="3706056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4258C86-1092-643D-1FD3-E99595E15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3764" y="3706057"/>
              <a:ext cx="790575" cy="143827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4F6041-1CFD-F49D-E385-41F8BEF7C01B}"/>
              </a:ext>
            </a:extLst>
          </p:cNvPr>
          <p:cNvGrpSpPr/>
          <p:nvPr/>
        </p:nvGrpSpPr>
        <p:grpSpPr>
          <a:xfrm>
            <a:off x="9938005" y="4913064"/>
            <a:ext cx="1901952" cy="1438276"/>
            <a:chOff x="9621011" y="4763711"/>
            <a:chExt cx="1901952" cy="143827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44A8C64-73EC-99E2-3D60-C60347725873}"/>
                </a:ext>
              </a:extLst>
            </p:cNvPr>
            <p:cNvSpPr/>
            <p:nvPr/>
          </p:nvSpPr>
          <p:spPr>
            <a:xfrm>
              <a:off x="9621011" y="4763712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E04A79E-5237-D3EA-BC8C-A5B4B58EE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4324" y="4763711"/>
              <a:ext cx="695325" cy="1438275"/>
            </a:xfrm>
            <a:prstGeom prst="rect">
              <a:avLst/>
            </a:prstGeom>
          </p:spPr>
        </p:pic>
      </p:grpSp>
      <p:sp>
        <p:nvSpPr>
          <p:cNvPr id="20" name="Arrow: Left 19">
            <a:extLst>
              <a:ext uri="{FF2B5EF4-FFF2-40B4-BE49-F238E27FC236}">
                <a16:creationId xmlns:a16="http://schemas.microsoft.com/office/drawing/2014/main" id="{2251AD5C-B32F-5D39-E3CA-C9100FA798E0}"/>
              </a:ext>
            </a:extLst>
          </p:cNvPr>
          <p:cNvSpPr/>
          <p:nvPr/>
        </p:nvSpPr>
        <p:spPr>
          <a:xfrm>
            <a:off x="2387008" y="5295468"/>
            <a:ext cx="7417984" cy="673466"/>
          </a:xfrm>
          <a:prstGeom prst="leftArrow">
            <a:avLst>
              <a:gd name="adj1" fmla="val 46331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AU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 data to asqanet to publish to TGA</a:t>
            </a:r>
          </a:p>
          <a:p>
            <a:pPr algn="ctr"/>
            <a:endParaRPr lang="en-AU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ECE0E8-0651-6F13-26DA-D26D9CC52BE5}"/>
              </a:ext>
            </a:extLst>
          </p:cNvPr>
          <p:cNvGrpSpPr/>
          <p:nvPr/>
        </p:nvGrpSpPr>
        <p:grpSpPr>
          <a:xfrm>
            <a:off x="1441933" y="3162773"/>
            <a:ext cx="1901952" cy="1453864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4980704-6165-4F06-AF80-DD0D632E4235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A1751BD-5FB4-2BC7-F098-7B8707DFF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B4D2CF-300C-31D3-055D-68244D6E7708}"/>
              </a:ext>
            </a:extLst>
          </p:cNvPr>
          <p:cNvCxnSpPr>
            <a:cxnSpLocks/>
          </p:cNvCxnSpPr>
          <p:nvPr/>
        </p:nvCxnSpPr>
        <p:spPr>
          <a:xfrm flipV="1">
            <a:off x="2604654" y="2068749"/>
            <a:ext cx="322835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80978A-9AC0-C54A-C699-5DC9895EF183}"/>
              </a:ext>
            </a:extLst>
          </p:cNvPr>
          <p:cNvCxnSpPr>
            <a:cxnSpLocks/>
          </p:cNvCxnSpPr>
          <p:nvPr/>
        </p:nvCxnSpPr>
        <p:spPr>
          <a:xfrm>
            <a:off x="1997622" y="2068749"/>
            <a:ext cx="182159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D6B4C35-2067-7964-4111-AC2652368742}"/>
              </a:ext>
            </a:extLst>
          </p:cNvPr>
          <p:cNvCxnSpPr>
            <a:cxnSpLocks/>
          </p:cNvCxnSpPr>
          <p:nvPr/>
        </p:nvCxnSpPr>
        <p:spPr>
          <a:xfrm>
            <a:off x="9750680" y="3565236"/>
            <a:ext cx="575575" cy="13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E67198-E9F3-1AB3-5CAA-B2D0D3C5039C}"/>
              </a:ext>
            </a:extLst>
          </p:cNvPr>
          <p:cNvCxnSpPr>
            <a:cxnSpLocks/>
          </p:cNvCxnSpPr>
          <p:nvPr/>
        </p:nvCxnSpPr>
        <p:spPr>
          <a:xfrm>
            <a:off x="10247168" y="3429000"/>
            <a:ext cx="389662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DA6870A-7E2D-8568-D293-E0E969F8BDC7}"/>
              </a:ext>
            </a:extLst>
          </p:cNvPr>
          <p:cNvSpPr/>
          <p:nvPr/>
        </p:nvSpPr>
        <p:spPr>
          <a:xfrm>
            <a:off x="9038696" y="324692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79C9088-7E02-E8B7-99E6-FC1A641AA1F3}"/>
              </a:ext>
            </a:extLst>
          </p:cNvPr>
          <p:cNvSpPr/>
          <p:nvPr/>
        </p:nvSpPr>
        <p:spPr>
          <a:xfrm>
            <a:off x="9864020" y="3058140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Reg Updates</a:t>
            </a:r>
          </a:p>
        </p:txBody>
      </p:sp>
      <p:pic>
        <p:nvPicPr>
          <p:cNvPr id="63" name="Graphic 62" descr="Dollar with solid fill">
            <a:extLst>
              <a:ext uri="{FF2B5EF4-FFF2-40B4-BE49-F238E27FC236}">
                <a16:creationId xmlns:a16="http://schemas.microsoft.com/office/drawing/2014/main" id="{24109276-FFCB-111E-A726-1FA593C85D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8861" y="3422294"/>
            <a:ext cx="1186991" cy="1186991"/>
          </a:xfrm>
          <a:prstGeom prst="rect">
            <a:avLst/>
          </a:prstGeom>
        </p:spPr>
      </p:pic>
      <p:pic>
        <p:nvPicPr>
          <p:cNvPr id="64" name="Graphic 63" descr="Dollar with solid fill">
            <a:extLst>
              <a:ext uri="{FF2B5EF4-FFF2-40B4-BE49-F238E27FC236}">
                <a16:creationId xmlns:a16="http://schemas.microsoft.com/office/drawing/2014/main" id="{790BA698-3509-24D5-07BA-B8A6868DA9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9997" y="3428999"/>
            <a:ext cx="1490769" cy="1490769"/>
          </a:xfrm>
          <a:prstGeom prst="rect">
            <a:avLst/>
          </a:prstGeom>
        </p:spPr>
      </p:pic>
      <p:pic>
        <p:nvPicPr>
          <p:cNvPr id="65" name="Graphic 64" descr="Dollar with solid fill">
            <a:extLst>
              <a:ext uri="{FF2B5EF4-FFF2-40B4-BE49-F238E27FC236}">
                <a16:creationId xmlns:a16="http://schemas.microsoft.com/office/drawing/2014/main" id="{F8BAC8E7-3FEF-EED1-F695-E047DC17F7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89062" y="3643627"/>
            <a:ext cx="1186991" cy="1186991"/>
          </a:xfrm>
          <a:prstGeom prst="rect">
            <a:avLst/>
          </a:prstGeom>
        </p:spPr>
      </p:pic>
      <p:pic>
        <p:nvPicPr>
          <p:cNvPr id="66" name="Graphic 65" descr="Dollar with solid fill">
            <a:extLst>
              <a:ext uri="{FF2B5EF4-FFF2-40B4-BE49-F238E27FC236}">
                <a16:creationId xmlns:a16="http://schemas.microsoft.com/office/drawing/2014/main" id="{A9EDC732-C145-256F-DA9A-C32920DDF0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9704" y="3707888"/>
            <a:ext cx="1490769" cy="1490769"/>
          </a:xfrm>
          <a:prstGeom prst="rect">
            <a:avLst/>
          </a:prstGeom>
        </p:spPr>
      </p:pic>
      <p:pic>
        <p:nvPicPr>
          <p:cNvPr id="2" name="Graphic 1" descr="Dollar with solid fill">
            <a:extLst>
              <a:ext uri="{FF2B5EF4-FFF2-40B4-BE49-F238E27FC236}">
                <a16:creationId xmlns:a16="http://schemas.microsoft.com/office/drawing/2014/main" id="{0C9F12C1-1388-EA35-15E6-109105AC4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3571" y="5751138"/>
            <a:ext cx="1186991" cy="118699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46506D-9F3A-101F-E270-915F3A4F237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1266290" y="4616637"/>
            <a:ext cx="1084363" cy="331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06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6941-5A00-A279-E8D6-FB02EE70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A4A9A-299C-D9A8-857E-FDF8873FB7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DDB445-FFD5-E035-A300-82DFA9E804F3}"/>
              </a:ext>
            </a:extLst>
          </p:cNvPr>
          <p:cNvGrpSpPr/>
          <p:nvPr/>
        </p:nvGrpSpPr>
        <p:grpSpPr>
          <a:xfrm>
            <a:off x="3706790" y="1399032"/>
            <a:ext cx="2670175" cy="673466"/>
            <a:chOff x="349250" y="619125"/>
            <a:chExt cx="2670175" cy="744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A06C0C8-1F0E-D64C-12A3-FFE59B329F8A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C36F53-9D6E-8852-E2AD-D65A396AB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75AA9CF-D792-16EA-CBA9-A83DA1FB91D6}"/>
              </a:ext>
            </a:extLst>
          </p:cNvPr>
          <p:cNvGrpSpPr/>
          <p:nvPr/>
        </p:nvGrpSpPr>
        <p:grpSpPr>
          <a:xfrm>
            <a:off x="352043" y="4913064"/>
            <a:ext cx="1901952" cy="1438276"/>
            <a:chOff x="608075" y="3706056"/>
            <a:chExt cx="1901952" cy="143827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5E5CFB1-8447-4906-5623-BB54F5A6A7B0}"/>
                </a:ext>
              </a:extLst>
            </p:cNvPr>
            <p:cNvSpPr/>
            <p:nvPr/>
          </p:nvSpPr>
          <p:spPr>
            <a:xfrm>
              <a:off x="608075" y="3706056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7389868-6FE3-988E-2894-4A469B514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3764" y="3706057"/>
              <a:ext cx="790575" cy="143827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6C3668-AC75-97B6-5AF4-4874B906D4DF}"/>
              </a:ext>
            </a:extLst>
          </p:cNvPr>
          <p:cNvGrpSpPr/>
          <p:nvPr/>
        </p:nvGrpSpPr>
        <p:grpSpPr>
          <a:xfrm>
            <a:off x="9938005" y="4913064"/>
            <a:ext cx="1901952" cy="1438276"/>
            <a:chOff x="9621011" y="4763711"/>
            <a:chExt cx="1901952" cy="143827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1445AC3-DCFF-4DF1-5439-8D9282F61CF9}"/>
                </a:ext>
              </a:extLst>
            </p:cNvPr>
            <p:cNvSpPr/>
            <p:nvPr/>
          </p:nvSpPr>
          <p:spPr>
            <a:xfrm>
              <a:off x="9621011" y="4763712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BFAAAAD-F30C-6378-3817-4951C45F3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4324" y="4763711"/>
              <a:ext cx="695325" cy="1438275"/>
            </a:xfrm>
            <a:prstGeom prst="rect">
              <a:avLst/>
            </a:prstGeom>
          </p:spPr>
        </p:pic>
      </p:grp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51D6E2B-E736-B1FA-0C67-616FBCE9F2B8}"/>
              </a:ext>
            </a:extLst>
          </p:cNvPr>
          <p:cNvSpPr/>
          <p:nvPr/>
        </p:nvSpPr>
        <p:spPr>
          <a:xfrm>
            <a:off x="2387008" y="5295468"/>
            <a:ext cx="7417984" cy="673466"/>
          </a:xfrm>
          <a:prstGeom prst="leftArrow">
            <a:avLst>
              <a:gd name="adj1" fmla="val 46331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AU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 data to asqanet to publish to TGA</a:t>
            </a:r>
          </a:p>
          <a:p>
            <a:pPr algn="ctr"/>
            <a:endParaRPr lang="en-AU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DB4413-2654-E23C-C831-28A2CAD87EC1}"/>
              </a:ext>
            </a:extLst>
          </p:cNvPr>
          <p:cNvGrpSpPr/>
          <p:nvPr/>
        </p:nvGrpSpPr>
        <p:grpSpPr>
          <a:xfrm>
            <a:off x="3898809" y="3162773"/>
            <a:ext cx="1901952" cy="1453864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742AA5F-0AAC-3910-9F20-541082170CB5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6BF537E-CA99-A14E-E302-D5BD81A50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73289D-E60B-F13B-39B8-A3AECE610887}"/>
              </a:ext>
            </a:extLst>
          </p:cNvPr>
          <p:cNvCxnSpPr>
            <a:cxnSpLocks/>
          </p:cNvCxnSpPr>
          <p:nvPr/>
        </p:nvCxnSpPr>
        <p:spPr>
          <a:xfrm flipV="1">
            <a:off x="5061530" y="2068749"/>
            <a:ext cx="322835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2A2914-8141-54C7-BF1A-11D8C5AB07D5}"/>
              </a:ext>
            </a:extLst>
          </p:cNvPr>
          <p:cNvCxnSpPr>
            <a:cxnSpLocks/>
          </p:cNvCxnSpPr>
          <p:nvPr/>
        </p:nvCxnSpPr>
        <p:spPr>
          <a:xfrm>
            <a:off x="4454498" y="2068749"/>
            <a:ext cx="182159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256A5F-E2B0-6E8C-137D-EEA52F286ED4}"/>
              </a:ext>
            </a:extLst>
          </p:cNvPr>
          <p:cNvCxnSpPr>
            <a:cxnSpLocks/>
          </p:cNvCxnSpPr>
          <p:nvPr/>
        </p:nvCxnSpPr>
        <p:spPr>
          <a:xfrm>
            <a:off x="9750680" y="3565236"/>
            <a:ext cx="575575" cy="13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201FBC-3232-C523-E149-7F4F06848326}"/>
              </a:ext>
            </a:extLst>
          </p:cNvPr>
          <p:cNvCxnSpPr>
            <a:cxnSpLocks/>
          </p:cNvCxnSpPr>
          <p:nvPr/>
        </p:nvCxnSpPr>
        <p:spPr>
          <a:xfrm>
            <a:off x="10247168" y="3429000"/>
            <a:ext cx="389662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B693351-8DC1-433D-8EC7-962C98514A8D}"/>
              </a:ext>
            </a:extLst>
          </p:cNvPr>
          <p:cNvCxnSpPr>
            <a:cxnSpLocks/>
          </p:cNvCxnSpPr>
          <p:nvPr/>
        </p:nvCxnSpPr>
        <p:spPr>
          <a:xfrm>
            <a:off x="10851893" y="3429000"/>
            <a:ext cx="0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C6E576A-76A9-65CF-7C8A-D8BE7A038BD3}"/>
              </a:ext>
            </a:extLst>
          </p:cNvPr>
          <p:cNvSpPr/>
          <p:nvPr/>
        </p:nvSpPr>
        <p:spPr>
          <a:xfrm>
            <a:off x="9038696" y="324692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955EE2C-78D0-5014-1A4E-916F407B7319}"/>
              </a:ext>
            </a:extLst>
          </p:cNvPr>
          <p:cNvSpPr/>
          <p:nvPr/>
        </p:nvSpPr>
        <p:spPr>
          <a:xfrm>
            <a:off x="9864020" y="3058140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Reg Updates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6556C10-A69C-CD25-EDFC-3DC745C91CFB}"/>
              </a:ext>
            </a:extLst>
          </p:cNvPr>
          <p:cNvSpPr/>
          <p:nvPr/>
        </p:nvSpPr>
        <p:spPr>
          <a:xfrm>
            <a:off x="10750170" y="3069684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Contact Updates</a:t>
            </a:r>
          </a:p>
        </p:txBody>
      </p:sp>
      <p:pic>
        <p:nvPicPr>
          <p:cNvPr id="63" name="Graphic 62" descr="Dollar with solid fill">
            <a:extLst>
              <a:ext uri="{FF2B5EF4-FFF2-40B4-BE49-F238E27FC236}">
                <a16:creationId xmlns:a16="http://schemas.microsoft.com/office/drawing/2014/main" id="{F5F14CF7-4042-8A9E-27C1-D76C4812DA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5737" y="3422294"/>
            <a:ext cx="1186991" cy="1186991"/>
          </a:xfrm>
          <a:prstGeom prst="rect">
            <a:avLst/>
          </a:prstGeom>
        </p:spPr>
      </p:pic>
      <p:pic>
        <p:nvPicPr>
          <p:cNvPr id="64" name="Graphic 63" descr="Dollar with solid fill">
            <a:extLst>
              <a:ext uri="{FF2B5EF4-FFF2-40B4-BE49-F238E27FC236}">
                <a16:creationId xmlns:a16="http://schemas.microsoft.com/office/drawing/2014/main" id="{B1E224D3-F085-A848-02CA-E878A45502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9997" y="3428999"/>
            <a:ext cx="1490769" cy="1490769"/>
          </a:xfrm>
          <a:prstGeom prst="rect">
            <a:avLst/>
          </a:prstGeom>
        </p:spPr>
      </p:pic>
      <p:pic>
        <p:nvPicPr>
          <p:cNvPr id="66" name="Graphic 65" descr="Dollar with solid fill">
            <a:extLst>
              <a:ext uri="{FF2B5EF4-FFF2-40B4-BE49-F238E27FC236}">
                <a16:creationId xmlns:a16="http://schemas.microsoft.com/office/drawing/2014/main" id="{EDE5EEEA-3B15-944F-0C57-94F61199F0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9704" y="3707888"/>
            <a:ext cx="1490769" cy="1490769"/>
          </a:xfrm>
          <a:prstGeom prst="rect">
            <a:avLst/>
          </a:prstGeom>
        </p:spPr>
      </p:pic>
      <p:pic>
        <p:nvPicPr>
          <p:cNvPr id="2" name="Graphic 1" descr="Dollar with solid fill">
            <a:extLst>
              <a:ext uri="{FF2B5EF4-FFF2-40B4-BE49-F238E27FC236}">
                <a16:creationId xmlns:a16="http://schemas.microsoft.com/office/drawing/2014/main" id="{FDD57BEF-A8CF-D684-02D4-AED7AB0BAC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9993" y="5968934"/>
            <a:ext cx="556420" cy="55642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A07A5F-506D-2026-22CA-E8877266E250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1372068" y="3881911"/>
            <a:ext cx="2526741" cy="1031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8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E380-C18C-5AA6-FBB9-D7FB3965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6CBEC62-EA37-0A13-3324-C2300CB1FD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3CCA42-2D29-7D7B-DD2F-E5CADB7EBB71}"/>
              </a:ext>
            </a:extLst>
          </p:cNvPr>
          <p:cNvGrpSpPr/>
          <p:nvPr/>
        </p:nvGrpSpPr>
        <p:grpSpPr>
          <a:xfrm>
            <a:off x="5517118" y="1399032"/>
            <a:ext cx="2670175" cy="673466"/>
            <a:chOff x="349250" y="619125"/>
            <a:chExt cx="2670175" cy="744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E49525B-2B49-2A85-C2C1-CCED5F019C34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924F32-7331-4798-7B52-72870EE5D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ACEC168-1259-73B2-2B46-E1D493FE4091}"/>
              </a:ext>
            </a:extLst>
          </p:cNvPr>
          <p:cNvGrpSpPr/>
          <p:nvPr/>
        </p:nvGrpSpPr>
        <p:grpSpPr>
          <a:xfrm>
            <a:off x="352043" y="4913064"/>
            <a:ext cx="1901952" cy="1438276"/>
            <a:chOff x="608075" y="3706056"/>
            <a:chExt cx="1901952" cy="143827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EA634BA-2120-860B-D92C-A0A232B63D69}"/>
                </a:ext>
              </a:extLst>
            </p:cNvPr>
            <p:cNvSpPr/>
            <p:nvPr/>
          </p:nvSpPr>
          <p:spPr>
            <a:xfrm>
              <a:off x="608075" y="3706056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ED459A-D229-7E68-F1BF-329A2F054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3764" y="3706057"/>
              <a:ext cx="790575" cy="143827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6CB5B0-1842-2106-A495-1DF4CA2B1908}"/>
              </a:ext>
            </a:extLst>
          </p:cNvPr>
          <p:cNvGrpSpPr/>
          <p:nvPr/>
        </p:nvGrpSpPr>
        <p:grpSpPr>
          <a:xfrm>
            <a:off x="9938005" y="4913064"/>
            <a:ext cx="1901952" cy="1438276"/>
            <a:chOff x="9621011" y="4763711"/>
            <a:chExt cx="1901952" cy="143827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D5507E4-41E3-AD9B-3EEE-C410FD5C2809}"/>
                </a:ext>
              </a:extLst>
            </p:cNvPr>
            <p:cNvSpPr/>
            <p:nvPr/>
          </p:nvSpPr>
          <p:spPr>
            <a:xfrm>
              <a:off x="9621011" y="4763712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675E988-F4B5-82CC-370C-7231254BB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4324" y="4763711"/>
              <a:ext cx="695325" cy="1438275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FCD2A7-E314-C946-6786-56566F203000}"/>
              </a:ext>
            </a:extLst>
          </p:cNvPr>
          <p:cNvGrpSpPr/>
          <p:nvPr/>
        </p:nvGrpSpPr>
        <p:grpSpPr>
          <a:xfrm>
            <a:off x="5709137" y="3162773"/>
            <a:ext cx="1901952" cy="1453864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5AB6EA3-0955-2D8E-5B9D-7E1BC82DE0D0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D8AFEC9-D2AF-D25D-E5A0-6D20A9CEC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0F27A0A-A63A-27E1-118C-4B0092498A08}"/>
              </a:ext>
            </a:extLst>
          </p:cNvPr>
          <p:cNvCxnSpPr>
            <a:cxnSpLocks/>
          </p:cNvCxnSpPr>
          <p:nvPr/>
        </p:nvCxnSpPr>
        <p:spPr>
          <a:xfrm flipV="1">
            <a:off x="6871858" y="2068749"/>
            <a:ext cx="322835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42E4525-35BC-9556-624B-57FC6B0118E2}"/>
              </a:ext>
            </a:extLst>
          </p:cNvPr>
          <p:cNvCxnSpPr>
            <a:cxnSpLocks/>
          </p:cNvCxnSpPr>
          <p:nvPr/>
        </p:nvCxnSpPr>
        <p:spPr>
          <a:xfrm>
            <a:off x="6264826" y="2068749"/>
            <a:ext cx="182159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485856-15F3-E0D7-1865-CB4DDB349D7F}"/>
              </a:ext>
            </a:extLst>
          </p:cNvPr>
          <p:cNvCxnSpPr>
            <a:cxnSpLocks/>
          </p:cNvCxnSpPr>
          <p:nvPr/>
        </p:nvCxnSpPr>
        <p:spPr>
          <a:xfrm>
            <a:off x="9750680" y="3565236"/>
            <a:ext cx="575575" cy="13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FB982C-61A2-BEC2-7A8F-FEF3D0CA9F5D}"/>
              </a:ext>
            </a:extLst>
          </p:cNvPr>
          <p:cNvCxnSpPr>
            <a:cxnSpLocks/>
          </p:cNvCxnSpPr>
          <p:nvPr/>
        </p:nvCxnSpPr>
        <p:spPr>
          <a:xfrm>
            <a:off x="10247168" y="3429000"/>
            <a:ext cx="389662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4A7C920-5019-0C74-2857-5FDC08B888F7}"/>
              </a:ext>
            </a:extLst>
          </p:cNvPr>
          <p:cNvCxnSpPr>
            <a:cxnSpLocks/>
          </p:cNvCxnSpPr>
          <p:nvPr/>
        </p:nvCxnSpPr>
        <p:spPr>
          <a:xfrm>
            <a:off x="10851893" y="3429000"/>
            <a:ext cx="0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B06D9C4-FD39-F7C7-7579-1672B13BCFB9}"/>
              </a:ext>
            </a:extLst>
          </p:cNvPr>
          <p:cNvSpPr/>
          <p:nvPr/>
        </p:nvSpPr>
        <p:spPr>
          <a:xfrm>
            <a:off x="9038692" y="324692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CB9F075-4F72-422A-DD4E-73882927CAD9}"/>
              </a:ext>
            </a:extLst>
          </p:cNvPr>
          <p:cNvSpPr/>
          <p:nvPr/>
        </p:nvSpPr>
        <p:spPr>
          <a:xfrm>
            <a:off x="9864020" y="3058140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Reg Updates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C84388D-FF65-C9B3-7EF8-62C4918E64F1}"/>
              </a:ext>
            </a:extLst>
          </p:cNvPr>
          <p:cNvSpPr/>
          <p:nvPr/>
        </p:nvSpPr>
        <p:spPr>
          <a:xfrm>
            <a:off x="10750170" y="3069684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Contact Updates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B3C6C01-2ADD-C5FA-A872-2DF6E27C73BE}"/>
              </a:ext>
            </a:extLst>
          </p:cNvPr>
          <p:cNvCxnSpPr>
            <a:cxnSpLocks/>
          </p:cNvCxnSpPr>
          <p:nvPr/>
        </p:nvCxnSpPr>
        <p:spPr>
          <a:xfrm flipH="1">
            <a:off x="11204973" y="3643627"/>
            <a:ext cx="365176" cy="1269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2403722-B5AD-6AD6-0F5C-5C2F48A200B0}"/>
              </a:ext>
            </a:extLst>
          </p:cNvPr>
          <p:cNvSpPr/>
          <p:nvPr/>
        </p:nvSpPr>
        <p:spPr>
          <a:xfrm>
            <a:off x="11570149" y="327947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Renewal</a:t>
            </a:r>
          </a:p>
        </p:txBody>
      </p:sp>
      <p:pic>
        <p:nvPicPr>
          <p:cNvPr id="63" name="Graphic 62" descr="Dollar with solid fill">
            <a:extLst>
              <a:ext uri="{FF2B5EF4-FFF2-40B4-BE49-F238E27FC236}">
                <a16:creationId xmlns:a16="http://schemas.microsoft.com/office/drawing/2014/main" id="{B8FBC7B8-C2F2-2925-440E-C23122F97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4112" y="4015790"/>
            <a:ext cx="1490770" cy="1490770"/>
          </a:xfrm>
          <a:prstGeom prst="rect">
            <a:avLst/>
          </a:prstGeom>
        </p:spPr>
      </p:pic>
      <p:pic>
        <p:nvPicPr>
          <p:cNvPr id="64" name="Graphic 63" descr="Dollar with solid fill">
            <a:extLst>
              <a:ext uri="{FF2B5EF4-FFF2-40B4-BE49-F238E27FC236}">
                <a16:creationId xmlns:a16="http://schemas.microsoft.com/office/drawing/2014/main" id="{2F1317CA-FC51-FE32-9E2C-0778F953E5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2145" y="3428999"/>
            <a:ext cx="1490769" cy="1490769"/>
          </a:xfrm>
          <a:prstGeom prst="rect">
            <a:avLst/>
          </a:prstGeom>
        </p:spPr>
      </p:pic>
      <p:pic>
        <p:nvPicPr>
          <p:cNvPr id="66" name="Graphic 65" descr="Dollar with solid fill">
            <a:extLst>
              <a:ext uri="{FF2B5EF4-FFF2-40B4-BE49-F238E27FC236}">
                <a16:creationId xmlns:a16="http://schemas.microsoft.com/office/drawing/2014/main" id="{01286BBA-AE5D-4570-ED8A-5F71ACEE23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1852" y="3707888"/>
            <a:ext cx="1490769" cy="1490769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C75AB9DB-1BC9-AE08-7D1B-7768AAE00020}"/>
              </a:ext>
            </a:extLst>
          </p:cNvPr>
          <p:cNvSpPr/>
          <p:nvPr/>
        </p:nvSpPr>
        <p:spPr>
          <a:xfrm>
            <a:off x="2387008" y="5460532"/>
            <a:ext cx="7477012" cy="673466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 remaining legacy data to ARMS</a:t>
            </a:r>
          </a:p>
        </p:txBody>
      </p:sp>
      <p:pic>
        <p:nvPicPr>
          <p:cNvPr id="9" name="Graphic 8" descr="Dollar with solid fill">
            <a:extLst>
              <a:ext uri="{FF2B5EF4-FFF2-40B4-BE49-F238E27FC236}">
                <a16:creationId xmlns:a16="http://schemas.microsoft.com/office/drawing/2014/main" id="{08ECAA69-0352-6DBC-C580-5EC17193E0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5799" y="6045790"/>
            <a:ext cx="600201" cy="60020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C410CF-FD8F-33DF-A39E-C527775D1542}"/>
              </a:ext>
            </a:extLst>
          </p:cNvPr>
          <p:cNvCxnSpPr>
            <a:cxnSpLocks/>
          </p:cNvCxnSpPr>
          <p:nvPr/>
        </p:nvCxnSpPr>
        <p:spPr>
          <a:xfrm flipH="1" flipV="1">
            <a:off x="6670851" y="4592689"/>
            <a:ext cx="3223238" cy="913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07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EA77-ADB7-8CCC-63D6-402B897B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3CA3E6-72D5-2608-DCE5-CFBBD51694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F2019-26B5-EE3A-0469-56C15F448CFF}"/>
              </a:ext>
            </a:extLst>
          </p:cNvPr>
          <p:cNvGrpSpPr/>
          <p:nvPr/>
        </p:nvGrpSpPr>
        <p:grpSpPr>
          <a:xfrm>
            <a:off x="7194805" y="84169"/>
            <a:ext cx="2670175" cy="673466"/>
            <a:chOff x="349250" y="619125"/>
            <a:chExt cx="2670175" cy="744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6CEFD59-502E-651B-20CA-1BD522EC627D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08F3E3-544F-D6AD-78A5-DC5514C36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F3BBEA-5092-6BDD-9787-325973C8435B}"/>
              </a:ext>
            </a:extLst>
          </p:cNvPr>
          <p:cNvGrpSpPr/>
          <p:nvPr/>
        </p:nvGrpSpPr>
        <p:grpSpPr>
          <a:xfrm>
            <a:off x="7382130" y="5216890"/>
            <a:ext cx="1901952" cy="1438276"/>
            <a:chOff x="9621011" y="4763711"/>
            <a:chExt cx="1901952" cy="143827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6508564-A406-475C-F570-BD1EA860ED1B}"/>
                </a:ext>
              </a:extLst>
            </p:cNvPr>
            <p:cNvSpPr/>
            <p:nvPr/>
          </p:nvSpPr>
          <p:spPr>
            <a:xfrm>
              <a:off x="9621011" y="4763712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0578770-6EF6-4FE9-D505-C544E467B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24324" y="4763711"/>
              <a:ext cx="695325" cy="1438275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FFB923-638B-309A-9931-B37A415B4AEC}"/>
              </a:ext>
            </a:extLst>
          </p:cNvPr>
          <p:cNvGrpSpPr/>
          <p:nvPr/>
        </p:nvGrpSpPr>
        <p:grpSpPr>
          <a:xfrm>
            <a:off x="7386824" y="1847910"/>
            <a:ext cx="1901952" cy="1453864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C70CC64-D236-E32F-95FD-297E559F2710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5E308FA-4F3B-4F5C-D820-40BAFD028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5C12BC9-3689-A64D-0641-891CB67E1650}"/>
              </a:ext>
            </a:extLst>
          </p:cNvPr>
          <p:cNvCxnSpPr>
            <a:cxnSpLocks/>
          </p:cNvCxnSpPr>
          <p:nvPr/>
        </p:nvCxnSpPr>
        <p:spPr>
          <a:xfrm flipV="1">
            <a:off x="8549545" y="753886"/>
            <a:ext cx="322835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D1EA627-BC74-D77B-FB73-F95DF20CFC0B}"/>
              </a:ext>
            </a:extLst>
          </p:cNvPr>
          <p:cNvCxnSpPr>
            <a:cxnSpLocks/>
          </p:cNvCxnSpPr>
          <p:nvPr/>
        </p:nvCxnSpPr>
        <p:spPr>
          <a:xfrm>
            <a:off x="7942513" y="753886"/>
            <a:ext cx="182159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17911D2-F027-AA15-E367-06F2B0E3773C}"/>
              </a:ext>
            </a:extLst>
          </p:cNvPr>
          <p:cNvCxnSpPr>
            <a:cxnSpLocks/>
          </p:cNvCxnSpPr>
          <p:nvPr/>
        </p:nvCxnSpPr>
        <p:spPr>
          <a:xfrm>
            <a:off x="7194805" y="3869062"/>
            <a:ext cx="575575" cy="13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6BD5FBF-D792-9E64-3C83-9ACD187B723A}"/>
              </a:ext>
            </a:extLst>
          </p:cNvPr>
          <p:cNvCxnSpPr>
            <a:cxnSpLocks/>
          </p:cNvCxnSpPr>
          <p:nvPr/>
        </p:nvCxnSpPr>
        <p:spPr>
          <a:xfrm>
            <a:off x="7691293" y="3732826"/>
            <a:ext cx="389662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F1966C4-286F-5067-8FB9-47CCDEB9D2DD}"/>
              </a:ext>
            </a:extLst>
          </p:cNvPr>
          <p:cNvCxnSpPr>
            <a:cxnSpLocks/>
          </p:cNvCxnSpPr>
          <p:nvPr/>
        </p:nvCxnSpPr>
        <p:spPr>
          <a:xfrm>
            <a:off x="8296018" y="3732826"/>
            <a:ext cx="0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5D83995-B7E7-F0A1-120A-27D1C4506694}"/>
              </a:ext>
            </a:extLst>
          </p:cNvPr>
          <p:cNvSpPr/>
          <p:nvPr/>
        </p:nvSpPr>
        <p:spPr>
          <a:xfrm>
            <a:off x="6482817" y="3550748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322A97A-E37A-0DEB-1E5A-6AC636A81DE3}"/>
              </a:ext>
            </a:extLst>
          </p:cNvPr>
          <p:cNvSpPr/>
          <p:nvPr/>
        </p:nvSpPr>
        <p:spPr>
          <a:xfrm>
            <a:off x="7308145" y="3361966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Reg Updates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3B6EFE3-03BE-6AC3-B2CA-47FD3B366D37}"/>
              </a:ext>
            </a:extLst>
          </p:cNvPr>
          <p:cNvSpPr/>
          <p:nvPr/>
        </p:nvSpPr>
        <p:spPr>
          <a:xfrm>
            <a:off x="8194295" y="3373510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Contact Updates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7330DA7-586A-9A4B-ACF0-931581DFF61E}"/>
              </a:ext>
            </a:extLst>
          </p:cNvPr>
          <p:cNvCxnSpPr>
            <a:cxnSpLocks/>
          </p:cNvCxnSpPr>
          <p:nvPr/>
        </p:nvCxnSpPr>
        <p:spPr>
          <a:xfrm flipH="1">
            <a:off x="8649098" y="3947453"/>
            <a:ext cx="365176" cy="1269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57E0A5-95CB-43AB-52BC-1B0E7BB0A97A}"/>
              </a:ext>
            </a:extLst>
          </p:cNvPr>
          <p:cNvSpPr/>
          <p:nvPr/>
        </p:nvSpPr>
        <p:spPr>
          <a:xfrm>
            <a:off x="9014274" y="3583298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Renewal</a:t>
            </a:r>
          </a:p>
        </p:txBody>
      </p:sp>
      <p:pic>
        <p:nvPicPr>
          <p:cNvPr id="63" name="Graphic 62" descr="Dollar with solid fill">
            <a:extLst>
              <a:ext uri="{FF2B5EF4-FFF2-40B4-BE49-F238E27FC236}">
                <a16:creationId xmlns:a16="http://schemas.microsoft.com/office/drawing/2014/main" id="{0B773816-68DA-C082-22B8-3A89487A5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37" y="4319616"/>
            <a:ext cx="1490770" cy="1490770"/>
          </a:xfrm>
          <a:prstGeom prst="rect">
            <a:avLst/>
          </a:prstGeom>
        </p:spPr>
      </p:pic>
      <p:pic>
        <p:nvPicPr>
          <p:cNvPr id="64" name="Graphic 63" descr="Dollar with solid fill">
            <a:extLst>
              <a:ext uri="{FF2B5EF4-FFF2-40B4-BE49-F238E27FC236}">
                <a16:creationId xmlns:a16="http://schemas.microsoft.com/office/drawing/2014/main" id="{52374023-12B5-4F07-05C8-9E35594C0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6270" y="3732825"/>
            <a:ext cx="1490769" cy="1490769"/>
          </a:xfrm>
          <a:prstGeom prst="rect">
            <a:avLst/>
          </a:prstGeom>
        </p:spPr>
      </p:pic>
      <p:pic>
        <p:nvPicPr>
          <p:cNvPr id="66" name="Graphic 65" descr="Dollar with solid fill">
            <a:extLst>
              <a:ext uri="{FF2B5EF4-FFF2-40B4-BE49-F238E27FC236}">
                <a16:creationId xmlns:a16="http://schemas.microsoft.com/office/drawing/2014/main" id="{E22F4BC7-7A34-045B-B106-CB87E0FF43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5977" y="4011714"/>
            <a:ext cx="1490769" cy="149076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32B8F2-FADB-04F1-7940-D2D0644F5E21}"/>
              </a:ext>
            </a:extLst>
          </p:cNvPr>
          <p:cNvCxnSpPr>
            <a:cxnSpLocks/>
          </p:cNvCxnSpPr>
          <p:nvPr/>
        </p:nvCxnSpPr>
        <p:spPr>
          <a:xfrm flipH="1">
            <a:off x="9087533" y="4407080"/>
            <a:ext cx="446727" cy="809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52BD2B-4662-2ADF-3189-B274E1858D82}"/>
              </a:ext>
            </a:extLst>
          </p:cNvPr>
          <p:cNvSpPr/>
          <p:nvPr/>
        </p:nvSpPr>
        <p:spPr>
          <a:xfrm>
            <a:off x="9534260" y="4042925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Market Entry</a:t>
            </a:r>
          </a:p>
        </p:txBody>
      </p:sp>
    </p:spTree>
    <p:extLst>
      <p:ext uri="{BB962C8B-B14F-4D97-AF65-F5344CB8AC3E}">
        <p14:creationId xmlns:p14="http://schemas.microsoft.com/office/powerpoint/2010/main" val="38626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7AAD-10CF-B23B-1AD5-A6AE9ED8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&quot;Not Allowed&quot; Symbol 24">
            <a:extLst>
              <a:ext uri="{FF2B5EF4-FFF2-40B4-BE49-F238E27FC236}">
                <a16:creationId xmlns:a16="http://schemas.microsoft.com/office/drawing/2014/main" id="{BA69B307-32E3-E12C-7140-937A8ED42C52}"/>
              </a:ext>
            </a:extLst>
          </p:cNvPr>
          <p:cNvSpPr/>
          <p:nvPr/>
        </p:nvSpPr>
        <p:spPr>
          <a:xfrm>
            <a:off x="2931736" y="1136284"/>
            <a:ext cx="5771055" cy="5132541"/>
          </a:xfrm>
          <a:prstGeom prst="noSmoking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3A12D0-E7C6-4994-CE21-A11C059839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0C2FB8-7435-1701-85A9-D95298AA0B07}"/>
              </a:ext>
            </a:extLst>
          </p:cNvPr>
          <p:cNvGrpSpPr/>
          <p:nvPr/>
        </p:nvGrpSpPr>
        <p:grpSpPr>
          <a:xfrm>
            <a:off x="160024" y="1399032"/>
            <a:ext cx="2670175" cy="673466"/>
            <a:chOff x="349250" y="619125"/>
            <a:chExt cx="2670175" cy="744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698596E-FBAD-B676-CFEC-D4CD039EA949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A01A1D-A426-C2C9-FFF1-3B3EED004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4B6016-7690-A9D9-9F69-D1F01801D2CE}"/>
              </a:ext>
            </a:extLst>
          </p:cNvPr>
          <p:cNvGrpSpPr/>
          <p:nvPr/>
        </p:nvGrpSpPr>
        <p:grpSpPr>
          <a:xfrm>
            <a:off x="352043" y="4913064"/>
            <a:ext cx="1901952" cy="1438276"/>
            <a:chOff x="608075" y="3706056"/>
            <a:chExt cx="1901952" cy="143827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E7D4CB3-3E81-D435-964A-83A2CBB8551B}"/>
                </a:ext>
              </a:extLst>
            </p:cNvPr>
            <p:cNvSpPr/>
            <p:nvPr/>
          </p:nvSpPr>
          <p:spPr>
            <a:xfrm>
              <a:off x="608075" y="3706056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9529DB2-C9C2-632D-07BB-6477D9084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3764" y="3706057"/>
              <a:ext cx="790575" cy="143827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0EA65C-5903-0A21-EEC1-A016D34922CE}"/>
              </a:ext>
            </a:extLst>
          </p:cNvPr>
          <p:cNvGrpSpPr/>
          <p:nvPr/>
        </p:nvGrpSpPr>
        <p:grpSpPr>
          <a:xfrm>
            <a:off x="9410102" y="4913064"/>
            <a:ext cx="1901952" cy="1438276"/>
            <a:chOff x="9621011" y="4763711"/>
            <a:chExt cx="1901952" cy="143827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FB5A631-246E-9AC8-8665-625D5C219A0A}"/>
                </a:ext>
              </a:extLst>
            </p:cNvPr>
            <p:cNvSpPr/>
            <p:nvPr/>
          </p:nvSpPr>
          <p:spPr>
            <a:xfrm>
              <a:off x="9621011" y="4763712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C289F08-6C40-14F6-2C8C-00EDEA8FC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4324" y="4763711"/>
              <a:ext cx="695325" cy="1438275"/>
            </a:xfrm>
            <a:prstGeom prst="rect">
              <a:avLst/>
            </a:prstGeom>
          </p:spPr>
        </p:pic>
      </p:grp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B3DB771-7354-D701-744C-93FD4396928D}"/>
              </a:ext>
            </a:extLst>
          </p:cNvPr>
          <p:cNvSpPr/>
          <p:nvPr/>
        </p:nvSpPr>
        <p:spPr>
          <a:xfrm>
            <a:off x="2387008" y="5295468"/>
            <a:ext cx="6947683" cy="673466"/>
          </a:xfrm>
          <a:prstGeom prst="leftArrow">
            <a:avLst>
              <a:gd name="adj1" fmla="val 46331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AU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 data to asqanet to publish to TGA</a:t>
            </a:r>
          </a:p>
          <a:p>
            <a:pPr algn="ctr"/>
            <a:endParaRPr lang="en-AU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C9D38BF-2FB3-37E4-6A5B-20D70206CD23}"/>
              </a:ext>
            </a:extLst>
          </p:cNvPr>
          <p:cNvGrpSpPr/>
          <p:nvPr/>
        </p:nvGrpSpPr>
        <p:grpSpPr>
          <a:xfrm>
            <a:off x="352043" y="3162773"/>
            <a:ext cx="1901952" cy="1453864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A1B4512-C067-B81A-2903-56849BDCA18E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3B6707F-517B-EC74-3184-806B8E362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4480634-34EA-1B40-A958-EDBC1AD8E683}"/>
              </a:ext>
            </a:extLst>
          </p:cNvPr>
          <p:cNvCxnSpPr>
            <a:cxnSpLocks/>
          </p:cNvCxnSpPr>
          <p:nvPr/>
        </p:nvCxnSpPr>
        <p:spPr>
          <a:xfrm flipV="1">
            <a:off x="1514764" y="2068749"/>
            <a:ext cx="322835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F752F7-BCA9-62AA-E414-458FEE60F0DF}"/>
              </a:ext>
            </a:extLst>
          </p:cNvPr>
          <p:cNvCxnSpPr>
            <a:cxnSpLocks/>
          </p:cNvCxnSpPr>
          <p:nvPr/>
        </p:nvCxnSpPr>
        <p:spPr>
          <a:xfrm>
            <a:off x="907732" y="2068749"/>
            <a:ext cx="182159" cy="1094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7EBA74-2FF8-199D-2C0F-16386C9C7728}"/>
              </a:ext>
            </a:extLst>
          </p:cNvPr>
          <p:cNvCxnSpPr>
            <a:cxnSpLocks/>
          </p:cNvCxnSpPr>
          <p:nvPr/>
        </p:nvCxnSpPr>
        <p:spPr>
          <a:xfrm>
            <a:off x="9222777" y="3565236"/>
            <a:ext cx="575575" cy="13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FAB5778-340C-5445-AD59-31443A6DB42B}"/>
              </a:ext>
            </a:extLst>
          </p:cNvPr>
          <p:cNvSpPr/>
          <p:nvPr/>
        </p:nvSpPr>
        <p:spPr>
          <a:xfrm>
            <a:off x="8510793" y="324692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pic>
        <p:nvPicPr>
          <p:cNvPr id="63" name="Graphic 62" descr="Dollar with solid fill">
            <a:extLst>
              <a:ext uri="{FF2B5EF4-FFF2-40B4-BE49-F238E27FC236}">
                <a16:creationId xmlns:a16="http://schemas.microsoft.com/office/drawing/2014/main" id="{FADC8A5E-8D92-A4A0-42BA-EDBB0C329E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8971" y="3422294"/>
            <a:ext cx="1490769" cy="1490769"/>
          </a:xfrm>
          <a:prstGeom prst="rect">
            <a:avLst/>
          </a:prstGeom>
        </p:spPr>
      </p:pic>
      <p:pic>
        <p:nvPicPr>
          <p:cNvPr id="64" name="Graphic 63" descr="Dollar with solid fill">
            <a:extLst>
              <a:ext uri="{FF2B5EF4-FFF2-40B4-BE49-F238E27FC236}">
                <a16:creationId xmlns:a16="http://schemas.microsoft.com/office/drawing/2014/main" id="{D59E7CC2-98F8-EE35-AD92-CFA92491D8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2094" y="3428999"/>
            <a:ext cx="1490769" cy="1490769"/>
          </a:xfrm>
          <a:prstGeom prst="rect">
            <a:avLst/>
          </a:prstGeom>
        </p:spPr>
      </p:pic>
      <p:pic>
        <p:nvPicPr>
          <p:cNvPr id="65" name="Graphic 64" descr="Dollar with solid fill">
            <a:extLst>
              <a:ext uri="{FF2B5EF4-FFF2-40B4-BE49-F238E27FC236}">
                <a16:creationId xmlns:a16="http://schemas.microsoft.com/office/drawing/2014/main" id="{4413B6AD-4AA2-3026-3FB2-CB92E00D56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99172" y="3643627"/>
            <a:ext cx="1490769" cy="1490769"/>
          </a:xfrm>
          <a:prstGeom prst="rect">
            <a:avLst/>
          </a:prstGeom>
        </p:spPr>
      </p:pic>
      <p:pic>
        <p:nvPicPr>
          <p:cNvPr id="66" name="Graphic 65" descr="Dollar with solid fill">
            <a:extLst>
              <a:ext uri="{FF2B5EF4-FFF2-40B4-BE49-F238E27FC236}">
                <a16:creationId xmlns:a16="http://schemas.microsoft.com/office/drawing/2014/main" id="{366F8A79-AB27-CB29-06F7-3485DF2B6D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1801" y="3707888"/>
            <a:ext cx="1490769" cy="1490769"/>
          </a:xfrm>
          <a:prstGeom prst="rect">
            <a:avLst/>
          </a:prstGeom>
        </p:spPr>
      </p:pic>
      <p:pic>
        <p:nvPicPr>
          <p:cNvPr id="67" name="Graphic 66" descr="Dollar with solid fill">
            <a:extLst>
              <a:ext uri="{FF2B5EF4-FFF2-40B4-BE49-F238E27FC236}">
                <a16:creationId xmlns:a16="http://schemas.microsoft.com/office/drawing/2014/main" id="{F4137736-32BF-5094-6F4E-60AF2E7123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3571" y="5751138"/>
            <a:ext cx="1186991" cy="118699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222891-76FB-4EE9-267E-C12976AFCE36}"/>
              </a:ext>
            </a:extLst>
          </p:cNvPr>
          <p:cNvCxnSpPr>
            <a:cxnSpLocks/>
          </p:cNvCxnSpPr>
          <p:nvPr/>
        </p:nvCxnSpPr>
        <p:spPr>
          <a:xfrm>
            <a:off x="9683857" y="3509428"/>
            <a:ext cx="389662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00CC7D-9062-6FC5-E470-470BF2D99B6B}"/>
              </a:ext>
            </a:extLst>
          </p:cNvPr>
          <p:cNvCxnSpPr>
            <a:cxnSpLocks/>
          </p:cNvCxnSpPr>
          <p:nvPr/>
        </p:nvCxnSpPr>
        <p:spPr>
          <a:xfrm>
            <a:off x="10288582" y="3509428"/>
            <a:ext cx="0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2CFEE0-DACF-3BB2-8F18-B104148A75D9}"/>
              </a:ext>
            </a:extLst>
          </p:cNvPr>
          <p:cNvSpPr/>
          <p:nvPr/>
        </p:nvSpPr>
        <p:spPr>
          <a:xfrm>
            <a:off x="9300709" y="3138568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Reg Updates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F93E46-7248-1D39-0329-3D16EDF1F2FA}"/>
              </a:ext>
            </a:extLst>
          </p:cNvPr>
          <p:cNvSpPr/>
          <p:nvPr/>
        </p:nvSpPr>
        <p:spPr>
          <a:xfrm>
            <a:off x="10186859" y="3150112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Contact Updates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A612EE-789B-93A1-613C-BFD987C9FEE5}"/>
              </a:ext>
            </a:extLst>
          </p:cNvPr>
          <p:cNvCxnSpPr>
            <a:cxnSpLocks/>
          </p:cNvCxnSpPr>
          <p:nvPr/>
        </p:nvCxnSpPr>
        <p:spPr>
          <a:xfrm flipH="1">
            <a:off x="10641662" y="3724055"/>
            <a:ext cx="365176" cy="1269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35F848-CAD4-A992-ED88-0B53E019D49A}"/>
              </a:ext>
            </a:extLst>
          </p:cNvPr>
          <p:cNvSpPr/>
          <p:nvPr/>
        </p:nvSpPr>
        <p:spPr>
          <a:xfrm>
            <a:off x="11006838" y="3359900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Renewal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261259-B7E2-74AD-311F-1C4F683D0977}"/>
              </a:ext>
            </a:extLst>
          </p:cNvPr>
          <p:cNvCxnSpPr>
            <a:cxnSpLocks/>
          </p:cNvCxnSpPr>
          <p:nvPr/>
        </p:nvCxnSpPr>
        <p:spPr>
          <a:xfrm flipH="1">
            <a:off x="11080097" y="4183682"/>
            <a:ext cx="446727" cy="809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BD62AE-045A-59E1-5CD6-44E4E876E8F5}"/>
              </a:ext>
            </a:extLst>
          </p:cNvPr>
          <p:cNvSpPr/>
          <p:nvPr/>
        </p:nvSpPr>
        <p:spPr>
          <a:xfrm>
            <a:off x="11526824" y="3819527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Market Entry</a:t>
            </a:r>
          </a:p>
        </p:txBody>
      </p:sp>
      <p:pic>
        <p:nvPicPr>
          <p:cNvPr id="22" name="Graphic 21" descr="Dollar with solid fill">
            <a:extLst>
              <a:ext uri="{FF2B5EF4-FFF2-40B4-BE49-F238E27FC236}">
                <a16:creationId xmlns:a16="http://schemas.microsoft.com/office/drawing/2014/main" id="{5E63469E-337D-0464-C949-99B9CE139B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0211" y="5751138"/>
            <a:ext cx="1186991" cy="1186991"/>
          </a:xfrm>
          <a:prstGeom prst="rect">
            <a:avLst/>
          </a:prstGeom>
        </p:spPr>
      </p:pic>
      <p:pic>
        <p:nvPicPr>
          <p:cNvPr id="23" name="Graphic 22" descr="Dollar with solid fill">
            <a:extLst>
              <a:ext uri="{FF2B5EF4-FFF2-40B4-BE49-F238E27FC236}">
                <a16:creationId xmlns:a16="http://schemas.microsoft.com/office/drawing/2014/main" id="{062515BA-A6A3-85D5-EBCC-FFD09A3AA5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6852" y="5757842"/>
            <a:ext cx="1186991" cy="1186991"/>
          </a:xfrm>
          <a:prstGeom prst="rect">
            <a:avLst/>
          </a:prstGeom>
        </p:spPr>
      </p:pic>
      <p:pic>
        <p:nvPicPr>
          <p:cNvPr id="24" name="Graphic 23" descr="Dollar with solid fill">
            <a:extLst>
              <a:ext uri="{FF2B5EF4-FFF2-40B4-BE49-F238E27FC236}">
                <a16:creationId xmlns:a16="http://schemas.microsoft.com/office/drawing/2014/main" id="{03379355-6922-C4C8-EF5C-B03B4D38BF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8879" y="3926777"/>
            <a:ext cx="1490769" cy="149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2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951B-9AE2-5216-97BF-1ECC1D69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D5F64-4135-5F25-9AE4-042F3D24E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547366"/>
            <a:ext cx="2921706" cy="4003024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F1DC20E-0FCE-C881-1904-487CF1864C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C42EB6-3314-DF96-86A3-D03904FDCF78}"/>
              </a:ext>
            </a:extLst>
          </p:cNvPr>
          <p:cNvGrpSpPr/>
          <p:nvPr/>
        </p:nvGrpSpPr>
        <p:grpSpPr>
          <a:xfrm>
            <a:off x="2374180" y="4120224"/>
            <a:ext cx="1573526" cy="1114365"/>
            <a:chOff x="352043" y="3162773"/>
            <a:chExt cx="1901952" cy="145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A27944D-14A6-24BA-3AB7-E093CD2DFFA3}"/>
                </a:ext>
              </a:extLst>
            </p:cNvPr>
            <p:cNvSpPr/>
            <p:nvPr/>
          </p:nvSpPr>
          <p:spPr>
            <a:xfrm>
              <a:off x="352043" y="3162773"/>
              <a:ext cx="1901952" cy="143827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bg1"/>
                </a:solidFill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C83A9B0-72C4-03A3-8316-777E21EA0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7732" y="3178362"/>
              <a:ext cx="706062" cy="1438275"/>
            </a:xfrm>
            <a:prstGeom prst="rect">
              <a:avLst/>
            </a:prstGeom>
          </p:spPr>
        </p:pic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8C0BFF2-CE88-18CB-80DC-95AA87EE82DE}"/>
              </a:ext>
            </a:extLst>
          </p:cNvPr>
          <p:cNvSpPr/>
          <p:nvPr/>
        </p:nvSpPr>
        <p:spPr>
          <a:xfrm>
            <a:off x="1321669" y="2057824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Add Scope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5BAF722-99F6-0094-48A8-BB9A6003E48B}"/>
              </a:ext>
            </a:extLst>
          </p:cNvPr>
          <p:cNvSpPr/>
          <p:nvPr/>
        </p:nvSpPr>
        <p:spPr>
          <a:xfrm>
            <a:off x="2080322" y="1573767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Reg Updates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B3D3103-D969-948E-20C9-3B00360BCAEB}"/>
              </a:ext>
            </a:extLst>
          </p:cNvPr>
          <p:cNvSpPr/>
          <p:nvPr/>
        </p:nvSpPr>
        <p:spPr>
          <a:xfrm>
            <a:off x="2975997" y="1413861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Contact Updates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B482A89-063F-AA0A-7850-954B4C4A85E8}"/>
              </a:ext>
            </a:extLst>
          </p:cNvPr>
          <p:cNvSpPr/>
          <p:nvPr/>
        </p:nvSpPr>
        <p:spPr>
          <a:xfrm>
            <a:off x="3853126" y="1623649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Renewal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4A2DB9-52FC-10C4-D51A-6F8B313C327F}"/>
              </a:ext>
            </a:extLst>
          </p:cNvPr>
          <p:cNvSpPr/>
          <p:nvPr/>
        </p:nvSpPr>
        <p:spPr>
          <a:xfrm>
            <a:off x="4373112" y="2083276"/>
            <a:ext cx="766296" cy="364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/>
              <a:t>Market Entry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015D0C7-9FFE-6EBA-BE9B-66AEB59ECB72}"/>
              </a:ext>
            </a:extLst>
          </p:cNvPr>
          <p:cNvCxnSpPr>
            <a:cxnSpLocks/>
          </p:cNvCxnSpPr>
          <p:nvPr/>
        </p:nvCxnSpPr>
        <p:spPr>
          <a:xfrm>
            <a:off x="2087965" y="2421979"/>
            <a:ext cx="521267" cy="835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D58613-B6B0-FFD4-7994-CA0E0FB57EB2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2463470" y="1937922"/>
            <a:ext cx="456337" cy="1319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A26044C-928A-6D2C-5C1E-62F900B6845D}"/>
              </a:ext>
            </a:extLst>
          </p:cNvPr>
          <p:cNvCxnSpPr>
            <a:cxnSpLocks/>
          </p:cNvCxnSpPr>
          <p:nvPr/>
        </p:nvCxnSpPr>
        <p:spPr>
          <a:xfrm>
            <a:off x="3249170" y="1773177"/>
            <a:ext cx="0" cy="148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4B5841-19A1-517D-DFFE-C7FFC8964020}"/>
              </a:ext>
            </a:extLst>
          </p:cNvPr>
          <p:cNvCxnSpPr>
            <a:cxnSpLocks/>
          </p:cNvCxnSpPr>
          <p:nvPr/>
        </p:nvCxnSpPr>
        <p:spPr>
          <a:xfrm flipH="1">
            <a:off x="3487950" y="1987804"/>
            <a:ext cx="365176" cy="1269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B6DAA1-A12C-0A68-D015-A5B39353FFD0}"/>
              </a:ext>
            </a:extLst>
          </p:cNvPr>
          <p:cNvCxnSpPr>
            <a:cxnSpLocks/>
          </p:cNvCxnSpPr>
          <p:nvPr/>
        </p:nvCxnSpPr>
        <p:spPr>
          <a:xfrm flipH="1">
            <a:off x="3926385" y="2447431"/>
            <a:ext cx="446727" cy="809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6885AC-E705-C3C9-BBA4-1C90300ADB9A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3947706" y="4671432"/>
            <a:ext cx="3333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0C4F8C-7BC6-9479-CAE7-86123AB53B18}"/>
              </a:ext>
            </a:extLst>
          </p:cNvPr>
          <p:cNvGrpSpPr/>
          <p:nvPr/>
        </p:nvGrpSpPr>
        <p:grpSpPr>
          <a:xfrm>
            <a:off x="7281346" y="1409810"/>
            <a:ext cx="2670175" cy="673466"/>
            <a:chOff x="349250" y="619125"/>
            <a:chExt cx="2670175" cy="74484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3C589F7-1345-E9BD-2D2C-5B629EC631EB}"/>
                </a:ext>
              </a:extLst>
            </p:cNvPr>
            <p:cNvSpPr/>
            <p:nvPr/>
          </p:nvSpPr>
          <p:spPr>
            <a:xfrm>
              <a:off x="349250" y="619125"/>
              <a:ext cx="2670175" cy="7448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7E9BCE3-F0F7-8BD4-3D5D-DC6F81571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5407" y="662605"/>
              <a:ext cx="2565443" cy="653743"/>
            </a:xfrm>
            <a:prstGeom prst="rect">
              <a:avLst/>
            </a:prstGeom>
          </p:spPr>
        </p:pic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776F95-8BF4-6111-5CB6-CEAE8864DC0D}"/>
              </a:ext>
            </a:extLst>
          </p:cNvPr>
          <p:cNvCxnSpPr>
            <a:cxnSpLocks/>
          </p:cNvCxnSpPr>
          <p:nvPr/>
        </p:nvCxnSpPr>
        <p:spPr>
          <a:xfrm flipV="1">
            <a:off x="8821701" y="2079527"/>
            <a:ext cx="137220" cy="73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225D52-7281-A3FD-A4EF-AC1F4DAB4AE7}"/>
              </a:ext>
            </a:extLst>
          </p:cNvPr>
          <p:cNvCxnSpPr>
            <a:cxnSpLocks/>
          </p:cNvCxnSpPr>
          <p:nvPr/>
        </p:nvCxnSpPr>
        <p:spPr>
          <a:xfrm>
            <a:off x="8029054" y="2079527"/>
            <a:ext cx="133313" cy="752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710868-BA13-4FDD-4378-C6BE0FAE8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884" y="2850906"/>
            <a:ext cx="24479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C6082-833F-27AF-2670-DC934E8C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8ACF8E8-7A84-18ED-BCAE-B123D55FDD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1063" y="202834"/>
            <a:ext cx="7947025" cy="933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nela Light"/>
              </a:rPr>
              <a:t>Transition Considerations</a:t>
            </a: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C69C2A-D8E0-4C68-6245-F0BC7E9B51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55550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276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103DF06D9A1F4BAB301E1B119A96FA" ma:contentTypeVersion="18" ma:contentTypeDescription="Create a new document." ma:contentTypeScope="" ma:versionID="3c79c548e87f53b904579a50f6e9e8c3">
  <xsd:schema xmlns:xsd="http://www.w3.org/2001/XMLSchema" xmlns:xs="http://www.w3.org/2001/XMLSchema" xmlns:p="http://schemas.microsoft.com/office/2006/metadata/properties" xmlns:ns2="07a71ae5-5696-4701-a481-f0a85a29544f" xmlns:ns3="e82d4c87-8f4b-489a-ac5a-dba3f8692c2f" targetNamespace="http://schemas.microsoft.com/office/2006/metadata/properties" ma:root="true" ma:fieldsID="38887ea62510e02030e2e15ce98ea1f7" ns2:_="" ns3:_="">
    <xsd:import namespace="07a71ae5-5696-4701-a481-f0a85a29544f"/>
    <xsd:import namespace="e82d4c87-8f4b-489a-ac5a-dba3f8692c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Activity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a71ae5-5696-4701-a481-f0a85a2954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147e460-a74b-4414-8224-31362e5846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ctivity" ma:index="24" nillable="true" ma:displayName="Activity" ma:format="Dropdown" ma:internalName="Activity">
      <xsd:simpleType>
        <xsd:restriction base="dms:Choice">
          <xsd:enumeration value="Change"/>
          <xsd:enumeration value="Delivery"/>
          <xsd:enumeration value="Implementation"/>
          <xsd:enumeration value="Choice 4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2d4c87-8f4b-489a-ac5a-dba3f8692c2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fcaec15-078c-4c4d-b6bb-fe31f5378d74}" ma:internalName="TaxCatchAll" ma:showField="CatchAllData" ma:web="e82d4c87-8f4b-489a-ac5a-dba3f8692c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tivity xmlns="07a71ae5-5696-4701-a481-f0a85a29544f" xsi:nil="true"/>
    <lcf76f155ced4ddcb4097134ff3c332f xmlns="07a71ae5-5696-4701-a481-f0a85a29544f">
      <Terms xmlns="http://schemas.microsoft.com/office/infopath/2007/PartnerControls"/>
    </lcf76f155ced4ddcb4097134ff3c332f>
    <TaxCatchAll xmlns="e82d4c87-8f4b-489a-ac5a-dba3f8692c2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FBB4BD-9218-46FD-B02E-DECBBBAF8D02}"/>
</file>

<file path=customXml/itemProps2.xml><?xml version="1.0" encoding="utf-8"?>
<ds:datastoreItem xmlns:ds="http://schemas.openxmlformats.org/officeDocument/2006/customXml" ds:itemID="{7BA8469F-448A-4DE0-AA2F-A8FC9991FE9A}">
  <ds:schemaRefs>
    <ds:schemaRef ds:uri="07a71ae5-5696-4701-a481-f0a85a29544f"/>
    <ds:schemaRef ds:uri="e82d4c87-8f4b-489a-ac5a-dba3f8692c2f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66A565A-D8C2-46ED-8C5C-A89FFF592A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5846</TotalTime>
  <Words>108</Words>
  <Application>Microsoft Office PowerPoint</Application>
  <PresentationFormat>Widescreen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Canela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KING-SMITH,Jamie</dc:creator>
  <cp:lastModifiedBy>KING-SMITH,Jamie</cp:lastModifiedBy>
  <cp:revision>9</cp:revision>
  <dcterms:created xsi:type="dcterms:W3CDTF">2025-07-07T03:56:44Z</dcterms:created>
  <dcterms:modified xsi:type="dcterms:W3CDTF">2025-09-09T20:52:35Z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d889eb-932f-4752-8739-64d25806ef64_Enabled">
    <vt:lpwstr>true</vt:lpwstr>
  </property>
  <property fmtid="{D5CDD505-2E9C-101B-9397-08002B2CF9AE}" pid="3" name="MSIP_Label_79d889eb-932f-4752-8739-64d25806ef64_SetDate">
    <vt:lpwstr>2025-07-07T05:12:33Z</vt:lpwstr>
  </property>
  <property fmtid="{D5CDD505-2E9C-101B-9397-08002B2CF9AE}" pid="4" name="MSIP_Label_79d889eb-932f-4752-8739-64d25806ef64_Method">
    <vt:lpwstr>Privileged</vt:lpwstr>
  </property>
  <property fmtid="{D5CDD505-2E9C-101B-9397-08002B2CF9AE}" pid="5" name="MSIP_Label_79d889eb-932f-4752-8739-64d25806ef64_Name">
    <vt:lpwstr>79d889eb-932f-4752-8739-64d25806ef64</vt:lpwstr>
  </property>
  <property fmtid="{D5CDD505-2E9C-101B-9397-08002B2CF9AE}" pid="6" name="MSIP_Label_79d889eb-932f-4752-8739-64d25806ef64_SiteId">
    <vt:lpwstr>dd0cfd15-4558-4b12-8bad-ea26984fc417</vt:lpwstr>
  </property>
  <property fmtid="{D5CDD505-2E9C-101B-9397-08002B2CF9AE}" pid="7" name="MSIP_Label_79d889eb-932f-4752-8739-64d25806ef64_ActionId">
    <vt:lpwstr>7759fbcf-ace8-4222-9c9c-f803ead9cc5a</vt:lpwstr>
  </property>
  <property fmtid="{D5CDD505-2E9C-101B-9397-08002B2CF9AE}" pid="8" name="MSIP_Label_79d889eb-932f-4752-8739-64d25806ef64_ContentBits">
    <vt:lpwstr>0</vt:lpwstr>
  </property>
  <property fmtid="{D5CDD505-2E9C-101B-9397-08002B2CF9AE}" pid="9" name="MSIP_Label_79d889eb-932f-4752-8739-64d25806ef64_Tag">
    <vt:lpwstr>10, 0, 1, 1</vt:lpwstr>
  </property>
  <property fmtid="{D5CDD505-2E9C-101B-9397-08002B2CF9AE}" pid="10" name="ContentTypeId">
    <vt:lpwstr>0x0101006B103DF06D9A1F4BAB301E1B119A96FA</vt:lpwstr>
  </property>
  <property fmtid="{D5CDD505-2E9C-101B-9397-08002B2CF9AE}" pid="11" name="MediaServiceImageTags">
    <vt:lpwstr/>
  </property>
</Properties>
</file>